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73" r:id="rId9"/>
    <p:sldId id="263" r:id="rId10"/>
    <p:sldId id="265" r:id="rId11"/>
    <p:sldId id="269" r:id="rId12"/>
    <p:sldId id="268" r:id="rId13"/>
    <p:sldId id="270" r:id="rId14"/>
    <p:sldId id="271" r:id="rId15"/>
    <p:sldId id="272" r:id="rId16"/>
    <p:sldId id="266" r:id="rId17"/>
    <p:sldId id="267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59A394-FBAC-4C63-ACC8-6D993EFC9668}" v="14" dt="2024-09-27T02:05:20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429" autoAdjust="0"/>
  </p:normalViewPr>
  <p:slideViewPr>
    <p:cSldViewPr snapToGrid="0">
      <p:cViewPr varScale="1">
        <p:scale>
          <a:sx n="45" d="100"/>
          <a:sy n="45" d="100"/>
        </p:scale>
        <p:origin x="1416" y="5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pil Dev Pant" userId="319db07d2c83ec26" providerId="LiveId" clId="{3359A394-FBAC-4C63-ACC8-6D993EFC9668}"/>
    <pc:docChg chg="undo custSel addSld delSld modSld">
      <pc:chgData name="Kapil Dev Pant" userId="319db07d2c83ec26" providerId="LiveId" clId="{3359A394-FBAC-4C63-ACC8-6D993EFC9668}" dt="2024-09-27T02:40:25.612" v="528" actId="20577"/>
      <pc:docMkLst>
        <pc:docMk/>
      </pc:docMkLst>
      <pc:sldChg chg="addSp modSp new mod setBg addAnim">
        <pc:chgData name="Kapil Dev Pant" userId="319db07d2c83ec26" providerId="LiveId" clId="{3359A394-FBAC-4C63-ACC8-6D993EFC9668}" dt="2024-09-27T01:47:36.787" v="188"/>
        <pc:sldMkLst>
          <pc:docMk/>
          <pc:sldMk cId="3782890565" sldId="256"/>
        </pc:sldMkLst>
        <pc:spChg chg="mod">
          <ac:chgData name="Kapil Dev Pant" userId="319db07d2c83ec26" providerId="LiveId" clId="{3359A394-FBAC-4C63-ACC8-6D993EFC9668}" dt="2024-09-27T01:47:36.779" v="187" actId="26606"/>
          <ac:spMkLst>
            <pc:docMk/>
            <pc:sldMk cId="3782890565" sldId="256"/>
            <ac:spMk id="2" creationId="{B4AE88C6-81C7-AB57-F4B6-3269C0C738AB}"/>
          </ac:spMkLst>
        </pc:spChg>
        <pc:spChg chg="mod">
          <ac:chgData name="Kapil Dev Pant" userId="319db07d2c83ec26" providerId="LiveId" clId="{3359A394-FBAC-4C63-ACC8-6D993EFC9668}" dt="2024-09-27T01:47:36.779" v="187" actId="26606"/>
          <ac:spMkLst>
            <pc:docMk/>
            <pc:sldMk cId="3782890565" sldId="256"/>
            <ac:spMk id="3" creationId="{CFC93E14-52C0-5B16-C938-C5B422C57760}"/>
          </ac:spMkLst>
        </pc:spChg>
        <pc:picChg chg="add">
          <ac:chgData name="Kapil Dev Pant" userId="319db07d2c83ec26" providerId="LiveId" clId="{3359A394-FBAC-4C63-ACC8-6D993EFC9668}" dt="2024-09-27T01:47:36.779" v="187" actId="26606"/>
          <ac:picMkLst>
            <pc:docMk/>
            <pc:sldMk cId="3782890565" sldId="256"/>
            <ac:picMk id="5" creationId="{3DE272C6-35AC-D974-64DB-E79A23383FFA}"/>
          </ac:picMkLst>
        </pc:picChg>
      </pc:sldChg>
      <pc:sldChg chg="addSp delSp modSp new mod setBg">
        <pc:chgData name="Kapil Dev Pant" userId="319db07d2c83ec26" providerId="LiveId" clId="{3359A394-FBAC-4C63-ACC8-6D993EFC9668}" dt="2024-09-27T01:47:48.387" v="193" actId="26606"/>
        <pc:sldMkLst>
          <pc:docMk/>
          <pc:sldMk cId="3518862021" sldId="257"/>
        </pc:sldMkLst>
        <pc:spChg chg="mod">
          <ac:chgData name="Kapil Dev Pant" userId="319db07d2c83ec26" providerId="LiveId" clId="{3359A394-FBAC-4C63-ACC8-6D993EFC9668}" dt="2024-09-27T01:47:48.387" v="193" actId="26606"/>
          <ac:spMkLst>
            <pc:docMk/>
            <pc:sldMk cId="3518862021" sldId="257"/>
            <ac:spMk id="2" creationId="{E6C306EF-16AB-A04B-D55E-DCF09094D182}"/>
          </ac:spMkLst>
        </pc:spChg>
        <pc:spChg chg="add del mod">
          <ac:chgData name="Kapil Dev Pant" userId="319db07d2c83ec26" providerId="LiveId" clId="{3359A394-FBAC-4C63-ACC8-6D993EFC9668}" dt="2024-09-27T01:47:48.387" v="193" actId="26606"/>
          <ac:spMkLst>
            <pc:docMk/>
            <pc:sldMk cId="3518862021" sldId="257"/>
            <ac:spMk id="3" creationId="{E096E0D5-A714-18E6-7BF2-CED29C9F462A}"/>
          </ac:spMkLst>
        </pc:spChg>
        <pc:spChg chg="add del">
          <ac:chgData name="Kapil Dev Pant" userId="319db07d2c83ec26" providerId="LiveId" clId="{3359A394-FBAC-4C63-ACC8-6D993EFC9668}" dt="2024-09-27T01:47:45.130" v="190" actId="26606"/>
          <ac:spMkLst>
            <pc:docMk/>
            <pc:sldMk cId="3518862021" sldId="257"/>
            <ac:spMk id="9" creationId="{9F4444CE-BC8D-4D61-B303-4C05614E62AB}"/>
          </ac:spMkLst>
        </pc:spChg>
        <pc:spChg chg="add del">
          <ac:chgData name="Kapil Dev Pant" userId="319db07d2c83ec26" providerId="LiveId" clId="{3359A394-FBAC-4C63-ACC8-6D993EFC9668}" dt="2024-09-27T01:47:45.130" v="190" actId="26606"/>
          <ac:spMkLst>
            <pc:docMk/>
            <pc:sldMk cId="3518862021" sldId="257"/>
            <ac:spMk id="11" creationId="{73772B81-181F-48B7-8826-4D9686D15DF5}"/>
          </ac:spMkLst>
        </pc:spChg>
        <pc:spChg chg="add del">
          <ac:chgData name="Kapil Dev Pant" userId="319db07d2c83ec26" providerId="LiveId" clId="{3359A394-FBAC-4C63-ACC8-6D993EFC9668}" dt="2024-09-27T01:47:45.130" v="190" actId="26606"/>
          <ac:spMkLst>
            <pc:docMk/>
            <pc:sldMk cId="3518862021" sldId="257"/>
            <ac:spMk id="13" creationId="{B2205F6E-03C6-4E92-877C-E2482F6599AA}"/>
          </ac:spMkLst>
        </pc:spChg>
        <pc:spChg chg="add del">
          <ac:chgData name="Kapil Dev Pant" userId="319db07d2c83ec26" providerId="LiveId" clId="{3359A394-FBAC-4C63-ACC8-6D993EFC9668}" dt="2024-09-27T01:47:48.340" v="192" actId="26606"/>
          <ac:spMkLst>
            <pc:docMk/>
            <pc:sldMk cId="3518862021" sldId="257"/>
            <ac:spMk id="21" creationId="{655AE6B0-AC9E-4167-806F-E9DB135FC46B}"/>
          </ac:spMkLst>
        </pc:spChg>
        <pc:spChg chg="add del">
          <ac:chgData name="Kapil Dev Pant" userId="319db07d2c83ec26" providerId="LiveId" clId="{3359A394-FBAC-4C63-ACC8-6D993EFC9668}" dt="2024-09-27T01:47:48.340" v="192" actId="26606"/>
          <ac:spMkLst>
            <pc:docMk/>
            <pc:sldMk cId="3518862021" sldId="257"/>
            <ac:spMk id="22" creationId="{87BD1F4E-A66D-4C06-86DA-8D56CA7A3B41}"/>
          </ac:spMkLst>
        </pc:spChg>
        <pc:spChg chg="add">
          <ac:chgData name="Kapil Dev Pant" userId="319db07d2c83ec26" providerId="LiveId" clId="{3359A394-FBAC-4C63-ACC8-6D993EFC9668}" dt="2024-09-27T01:47:48.387" v="193" actId="26606"/>
          <ac:spMkLst>
            <pc:docMk/>
            <pc:sldMk cId="3518862021" sldId="257"/>
            <ac:spMk id="27" creationId="{655AE6B0-AC9E-4167-806F-E9DB135FC46B}"/>
          </ac:spMkLst>
        </pc:spChg>
        <pc:spChg chg="add">
          <ac:chgData name="Kapil Dev Pant" userId="319db07d2c83ec26" providerId="LiveId" clId="{3359A394-FBAC-4C63-ACC8-6D993EFC9668}" dt="2024-09-27T01:47:48.387" v="193" actId="26606"/>
          <ac:spMkLst>
            <pc:docMk/>
            <pc:sldMk cId="3518862021" sldId="257"/>
            <ac:spMk id="37" creationId="{87BD1F4E-A66D-4C06-86DA-8D56CA7A3B41}"/>
          </ac:spMkLst>
        </pc:spChg>
        <pc:grpChg chg="add del">
          <ac:chgData name="Kapil Dev Pant" userId="319db07d2c83ec26" providerId="LiveId" clId="{3359A394-FBAC-4C63-ACC8-6D993EFC9668}" dt="2024-09-27T01:47:48.340" v="192" actId="26606"/>
          <ac:grpSpMkLst>
            <pc:docMk/>
            <pc:sldMk cId="3518862021" sldId="257"/>
            <ac:grpSpMk id="23" creationId="{3523416A-383B-4FDC-B4C9-D8EDDFE9C043}"/>
          </ac:grpSpMkLst>
        </pc:grpChg>
        <pc:grpChg chg="add">
          <ac:chgData name="Kapil Dev Pant" userId="319db07d2c83ec26" providerId="LiveId" clId="{3359A394-FBAC-4C63-ACC8-6D993EFC9668}" dt="2024-09-27T01:47:48.387" v="193" actId="26606"/>
          <ac:grpSpMkLst>
            <pc:docMk/>
            <pc:sldMk cId="3518862021" sldId="257"/>
            <ac:grpSpMk id="28" creationId="{3523416A-383B-4FDC-B4C9-D8EDDFE9C043}"/>
          </ac:grpSpMkLst>
        </pc:grpChg>
        <pc:graphicFrameChg chg="add del">
          <ac:chgData name="Kapil Dev Pant" userId="319db07d2c83ec26" providerId="LiveId" clId="{3359A394-FBAC-4C63-ACC8-6D993EFC9668}" dt="2024-09-27T01:47:45.130" v="190" actId="26606"/>
          <ac:graphicFrameMkLst>
            <pc:docMk/>
            <pc:sldMk cId="3518862021" sldId="257"/>
            <ac:graphicFrameMk id="5" creationId="{A9E4AD02-3EBE-B2BF-1793-CB8ED1475C24}"/>
          </ac:graphicFrameMkLst>
        </pc:graphicFrameChg>
        <pc:graphicFrameChg chg="add del">
          <ac:chgData name="Kapil Dev Pant" userId="319db07d2c83ec26" providerId="LiveId" clId="{3359A394-FBAC-4C63-ACC8-6D993EFC9668}" dt="2024-09-27T01:47:48.340" v="192" actId="26606"/>
          <ac:graphicFrameMkLst>
            <pc:docMk/>
            <pc:sldMk cId="3518862021" sldId="257"/>
            <ac:graphicFrameMk id="25" creationId="{26FE7B55-E568-D72D-CB19-BD6CAF9BA842}"/>
          </ac:graphicFrameMkLst>
        </pc:graphicFrameChg>
        <pc:graphicFrameChg chg="add">
          <ac:chgData name="Kapil Dev Pant" userId="319db07d2c83ec26" providerId="LiveId" clId="{3359A394-FBAC-4C63-ACC8-6D993EFC9668}" dt="2024-09-27T01:47:48.387" v="193" actId="26606"/>
          <ac:graphicFrameMkLst>
            <pc:docMk/>
            <pc:sldMk cId="3518862021" sldId="257"/>
            <ac:graphicFrameMk id="38" creationId="{715670E0-7C9B-B278-B3F6-F26FCDE45493}"/>
          </ac:graphicFrameMkLst>
        </pc:graphicFrameChg>
      </pc:sldChg>
      <pc:sldChg chg="addSp delSp modSp new mod setBg setClrOvrMap delDesignElem">
        <pc:chgData name="Kapil Dev Pant" userId="319db07d2c83ec26" providerId="LiveId" clId="{3359A394-FBAC-4C63-ACC8-6D993EFC9668}" dt="2024-09-27T02:07:33.404" v="526" actId="20577"/>
        <pc:sldMkLst>
          <pc:docMk/>
          <pc:sldMk cId="3606786496" sldId="258"/>
        </pc:sldMkLst>
        <pc:spChg chg="mod">
          <ac:chgData name="Kapil Dev Pant" userId="319db07d2c83ec26" providerId="LiveId" clId="{3359A394-FBAC-4C63-ACC8-6D993EFC9668}" dt="2024-09-27T01:47:24.632" v="186" actId="26606"/>
          <ac:spMkLst>
            <pc:docMk/>
            <pc:sldMk cId="3606786496" sldId="258"/>
            <ac:spMk id="2" creationId="{F352C4EC-FC55-8DE5-1D4B-BE46A2B2C8A4}"/>
          </ac:spMkLst>
        </pc:spChg>
        <pc:spChg chg="add del mod">
          <ac:chgData name="Kapil Dev Pant" userId="319db07d2c83ec26" providerId="LiveId" clId="{3359A394-FBAC-4C63-ACC8-6D993EFC9668}" dt="2024-09-27T02:07:33.404" v="526" actId="20577"/>
          <ac:spMkLst>
            <pc:docMk/>
            <pc:sldMk cId="3606786496" sldId="258"/>
            <ac:spMk id="3" creationId="{080F413E-5387-82E9-DE71-AA26123A6A3E}"/>
          </ac:spMkLst>
        </pc:spChg>
        <pc:spChg chg="del">
          <ac:chgData name="Kapil Dev Pant" userId="319db07d2c83ec26" providerId="LiveId" clId="{3359A394-FBAC-4C63-ACC8-6D993EFC9668}" dt="2024-09-27T01:47:04.234" v="182"/>
          <ac:spMkLst>
            <pc:docMk/>
            <pc:sldMk cId="3606786496" sldId="258"/>
            <ac:spMk id="4" creationId="{824BDE92-0974-3466-BC02-8C08F9419B60}"/>
          </ac:spMkLst>
        </pc:spChg>
        <pc:spChg chg="add mod">
          <ac:chgData name="Kapil Dev Pant" userId="319db07d2c83ec26" providerId="LiveId" clId="{3359A394-FBAC-4C63-ACC8-6D993EFC9668}" dt="2024-09-27T01:44:40.637" v="116"/>
          <ac:spMkLst>
            <pc:docMk/>
            <pc:sldMk cId="3606786496" sldId="258"/>
            <ac:spMk id="5" creationId="{E003067E-1013-2426-D2AE-8C3C2BCD945D}"/>
          </ac:spMkLst>
        </pc:spChg>
        <pc:spChg chg="add del">
          <ac:chgData name="Kapil Dev Pant" userId="319db07d2c83ec26" providerId="LiveId" clId="{3359A394-FBAC-4C63-ACC8-6D993EFC9668}" dt="2024-09-27T01:47:18.707" v="185"/>
          <ac:spMkLst>
            <pc:docMk/>
            <pc:sldMk cId="3606786496" sldId="258"/>
            <ac:spMk id="1034" creationId="{1FDFF85F-F105-40D5-9793-90419158C3BD}"/>
          </ac:spMkLst>
        </pc:spChg>
        <pc:spChg chg="add del">
          <ac:chgData name="Kapil Dev Pant" userId="319db07d2c83ec26" providerId="LiveId" clId="{3359A394-FBAC-4C63-ACC8-6D993EFC9668}" dt="2024-09-27T01:47:18.707" v="185"/>
          <ac:spMkLst>
            <pc:docMk/>
            <pc:sldMk cId="3606786496" sldId="258"/>
            <ac:spMk id="1036" creationId="{35AB47A4-BA8C-4250-88BD-D49C68C5F9E9}"/>
          </ac:spMkLst>
        </pc:spChg>
        <pc:spChg chg="add">
          <ac:chgData name="Kapil Dev Pant" userId="319db07d2c83ec26" providerId="LiveId" clId="{3359A394-FBAC-4C63-ACC8-6D993EFC9668}" dt="2024-09-27T01:47:24.632" v="186" actId="26606"/>
          <ac:spMkLst>
            <pc:docMk/>
            <pc:sldMk cId="3606786496" sldId="258"/>
            <ac:spMk id="1044" creationId="{9F4444CE-BC8D-4D61-B303-4C05614E62AB}"/>
          </ac:spMkLst>
        </pc:spChg>
        <pc:spChg chg="add">
          <ac:chgData name="Kapil Dev Pant" userId="319db07d2c83ec26" providerId="LiveId" clId="{3359A394-FBAC-4C63-ACC8-6D993EFC9668}" dt="2024-09-27T01:47:24.632" v="186" actId="26606"/>
          <ac:spMkLst>
            <pc:docMk/>
            <pc:sldMk cId="3606786496" sldId="258"/>
            <ac:spMk id="1046" creationId="{62423CA5-E2E1-4789-B759-9906C1C94063}"/>
          </ac:spMkLst>
        </pc:spChg>
        <pc:spChg chg="add">
          <ac:chgData name="Kapil Dev Pant" userId="319db07d2c83ec26" providerId="LiveId" clId="{3359A394-FBAC-4C63-ACC8-6D993EFC9668}" dt="2024-09-27T01:47:24.632" v="186" actId="26606"/>
          <ac:spMkLst>
            <pc:docMk/>
            <pc:sldMk cId="3606786496" sldId="258"/>
            <ac:spMk id="1048" creationId="{73772B81-181F-48B7-8826-4D9686D15DF5}"/>
          </ac:spMkLst>
        </pc:spChg>
        <pc:spChg chg="add">
          <ac:chgData name="Kapil Dev Pant" userId="319db07d2c83ec26" providerId="LiveId" clId="{3359A394-FBAC-4C63-ACC8-6D993EFC9668}" dt="2024-09-27T01:47:24.632" v="186" actId="26606"/>
          <ac:spMkLst>
            <pc:docMk/>
            <pc:sldMk cId="3606786496" sldId="258"/>
            <ac:spMk id="1050" creationId="{B2205F6E-03C6-4E92-877C-E2482F6599AA}"/>
          </ac:spMkLst>
        </pc:spChg>
        <pc:grpChg chg="add">
          <ac:chgData name="Kapil Dev Pant" userId="319db07d2c83ec26" providerId="LiveId" clId="{3359A394-FBAC-4C63-ACC8-6D993EFC9668}" dt="2024-09-27T01:47:24.632" v="186" actId="26606"/>
          <ac:grpSpMkLst>
            <pc:docMk/>
            <pc:sldMk cId="3606786496" sldId="258"/>
            <ac:grpSpMk id="1029" creationId="{1F2B4773-3207-44CC-B7AC-892B70498211}"/>
          </ac:grpSpMkLst>
        </pc:grpChg>
        <pc:picChg chg="add mod">
          <ac:chgData name="Kapil Dev Pant" userId="319db07d2c83ec26" providerId="LiveId" clId="{3359A394-FBAC-4C63-ACC8-6D993EFC9668}" dt="2024-09-27T01:51:21.396" v="204" actId="14100"/>
          <ac:picMkLst>
            <pc:docMk/>
            <pc:sldMk cId="3606786496" sldId="258"/>
            <ac:picMk id="1027" creationId="{BFD4BC7F-7FD1-8B5F-3A31-A112CE409796}"/>
          </ac:picMkLst>
        </pc:picChg>
        <pc:picChg chg="add del">
          <ac:chgData name="Kapil Dev Pant" userId="319db07d2c83ec26" providerId="LiveId" clId="{3359A394-FBAC-4C63-ACC8-6D993EFC9668}" dt="2024-09-27T01:47:18.707" v="185"/>
          <ac:picMkLst>
            <pc:docMk/>
            <pc:sldMk cId="3606786496" sldId="258"/>
            <ac:picMk id="1032" creationId="{BDFADFB3-3D44-49A8-AE3B-A87C61607F7E}"/>
          </ac:picMkLst>
        </pc:picChg>
        <pc:picChg chg="add del">
          <ac:chgData name="Kapil Dev Pant" userId="319db07d2c83ec26" providerId="LiveId" clId="{3359A394-FBAC-4C63-ACC8-6D993EFC9668}" dt="2024-09-27T01:47:18.707" v="185"/>
          <ac:picMkLst>
            <pc:docMk/>
            <pc:sldMk cId="3606786496" sldId="258"/>
            <ac:picMk id="1038" creationId="{66C8958D-EB99-414F-B735-863B67BB14D3}"/>
          </ac:picMkLst>
        </pc:picChg>
        <pc:picChg chg="add del">
          <ac:chgData name="Kapil Dev Pant" userId="319db07d2c83ec26" providerId="LiveId" clId="{3359A394-FBAC-4C63-ACC8-6D993EFC9668}" dt="2024-09-27T01:47:18.707" v="185"/>
          <ac:picMkLst>
            <pc:docMk/>
            <pc:sldMk cId="3606786496" sldId="258"/>
            <ac:picMk id="1040" creationId="{39E5F3CB-7BDD-4E64-B274-CD900F08C6F3}"/>
          </ac:picMkLst>
        </pc:picChg>
      </pc:sldChg>
      <pc:sldChg chg="modSp new mod modNotesTx">
        <pc:chgData name="Kapil Dev Pant" userId="319db07d2c83ec26" providerId="LiveId" clId="{3359A394-FBAC-4C63-ACC8-6D993EFC9668}" dt="2024-09-27T01:54:16.552" v="254"/>
        <pc:sldMkLst>
          <pc:docMk/>
          <pc:sldMk cId="2352607386" sldId="259"/>
        </pc:sldMkLst>
        <pc:spChg chg="mod">
          <ac:chgData name="Kapil Dev Pant" userId="319db07d2c83ec26" providerId="LiveId" clId="{3359A394-FBAC-4C63-ACC8-6D993EFC9668}" dt="2024-09-27T01:51:52.387" v="227" actId="20577"/>
          <ac:spMkLst>
            <pc:docMk/>
            <pc:sldMk cId="2352607386" sldId="259"/>
            <ac:spMk id="2" creationId="{F0899D7B-B905-8EBD-2B59-16A2060F69FD}"/>
          </ac:spMkLst>
        </pc:spChg>
        <pc:spChg chg="mod">
          <ac:chgData name="Kapil Dev Pant" userId="319db07d2c83ec26" providerId="LiveId" clId="{3359A394-FBAC-4C63-ACC8-6D993EFC9668}" dt="2024-09-27T01:52:06.750" v="253" actId="20577"/>
          <ac:spMkLst>
            <pc:docMk/>
            <pc:sldMk cId="2352607386" sldId="259"/>
            <ac:spMk id="3" creationId="{D5FC3775-CE12-2B97-74F4-A25C7410A1FE}"/>
          </ac:spMkLst>
        </pc:spChg>
      </pc:sldChg>
      <pc:sldChg chg="modSp new mod modNotesTx">
        <pc:chgData name="Kapil Dev Pant" userId="319db07d2c83ec26" providerId="LiveId" clId="{3359A394-FBAC-4C63-ACC8-6D993EFC9668}" dt="2024-09-27T01:59:14.385" v="337"/>
        <pc:sldMkLst>
          <pc:docMk/>
          <pc:sldMk cId="1671139043" sldId="260"/>
        </pc:sldMkLst>
        <pc:spChg chg="mod">
          <ac:chgData name="Kapil Dev Pant" userId="319db07d2c83ec26" providerId="LiveId" clId="{3359A394-FBAC-4C63-ACC8-6D993EFC9668}" dt="2024-09-27T01:58:43.964" v="277" actId="20577"/>
          <ac:spMkLst>
            <pc:docMk/>
            <pc:sldMk cId="1671139043" sldId="260"/>
            <ac:spMk id="2" creationId="{D421BB59-3452-871D-E040-38313D8ADD2C}"/>
          </ac:spMkLst>
        </pc:spChg>
        <pc:spChg chg="mod">
          <ac:chgData name="Kapil Dev Pant" userId="319db07d2c83ec26" providerId="LiveId" clId="{3359A394-FBAC-4C63-ACC8-6D993EFC9668}" dt="2024-09-27T01:59:06.625" v="336" actId="20577"/>
          <ac:spMkLst>
            <pc:docMk/>
            <pc:sldMk cId="1671139043" sldId="260"/>
            <ac:spMk id="3" creationId="{7BCEF4DF-FC61-8C5F-F120-F724A4AEAB00}"/>
          </ac:spMkLst>
        </pc:spChg>
      </pc:sldChg>
      <pc:sldChg chg="modSp new mod modNotesTx">
        <pc:chgData name="Kapil Dev Pant" userId="319db07d2c83ec26" providerId="LiveId" clId="{3359A394-FBAC-4C63-ACC8-6D993EFC9668}" dt="2024-09-27T01:59:53.870" v="343"/>
        <pc:sldMkLst>
          <pc:docMk/>
          <pc:sldMk cId="1209485520" sldId="261"/>
        </pc:sldMkLst>
        <pc:spChg chg="mod">
          <ac:chgData name="Kapil Dev Pant" userId="319db07d2c83ec26" providerId="LiveId" clId="{3359A394-FBAC-4C63-ACC8-6D993EFC9668}" dt="2024-09-27T01:59:34.924" v="339"/>
          <ac:spMkLst>
            <pc:docMk/>
            <pc:sldMk cId="1209485520" sldId="261"/>
            <ac:spMk id="2" creationId="{F033ADA2-5DE2-3136-F4B9-5C1AB1991BE0}"/>
          </ac:spMkLst>
        </pc:spChg>
        <pc:spChg chg="mod">
          <ac:chgData name="Kapil Dev Pant" userId="319db07d2c83ec26" providerId="LiveId" clId="{3359A394-FBAC-4C63-ACC8-6D993EFC9668}" dt="2024-09-27T01:59:48.458" v="342"/>
          <ac:spMkLst>
            <pc:docMk/>
            <pc:sldMk cId="1209485520" sldId="261"/>
            <ac:spMk id="3" creationId="{358F9EC8-2E3D-CC3D-B752-DFA8741E7378}"/>
          </ac:spMkLst>
        </pc:spChg>
      </pc:sldChg>
      <pc:sldChg chg="modSp new mod modNotesTx">
        <pc:chgData name="Kapil Dev Pant" userId="319db07d2c83ec26" providerId="LiveId" clId="{3359A394-FBAC-4C63-ACC8-6D993EFC9668}" dt="2024-09-27T02:01:07.579" v="368"/>
        <pc:sldMkLst>
          <pc:docMk/>
          <pc:sldMk cId="140911028" sldId="262"/>
        </pc:sldMkLst>
        <pc:spChg chg="mod">
          <ac:chgData name="Kapil Dev Pant" userId="319db07d2c83ec26" providerId="LiveId" clId="{3359A394-FBAC-4C63-ACC8-6D993EFC9668}" dt="2024-09-27T02:00:16.295" v="345"/>
          <ac:spMkLst>
            <pc:docMk/>
            <pc:sldMk cId="140911028" sldId="262"/>
            <ac:spMk id="2" creationId="{55EEF357-E0EC-252C-5E1A-9ECCF0320F49}"/>
          </ac:spMkLst>
        </pc:spChg>
        <pc:spChg chg="mod">
          <ac:chgData name="Kapil Dev Pant" userId="319db07d2c83ec26" providerId="LiveId" clId="{3359A394-FBAC-4C63-ACC8-6D993EFC9668}" dt="2024-09-27T02:01:00.383" v="367"/>
          <ac:spMkLst>
            <pc:docMk/>
            <pc:sldMk cId="140911028" sldId="262"/>
            <ac:spMk id="3" creationId="{3A7FD06F-1D73-77E7-A79C-A2E45805EE5F}"/>
          </ac:spMkLst>
        </pc:spChg>
      </pc:sldChg>
      <pc:sldChg chg="modSp new mod modNotesTx">
        <pc:chgData name="Kapil Dev Pant" userId="319db07d2c83ec26" providerId="LiveId" clId="{3359A394-FBAC-4C63-ACC8-6D993EFC9668}" dt="2024-09-27T02:40:25.612" v="528" actId="20577"/>
        <pc:sldMkLst>
          <pc:docMk/>
          <pc:sldMk cId="489187395" sldId="263"/>
        </pc:sldMkLst>
        <pc:spChg chg="mod">
          <ac:chgData name="Kapil Dev Pant" userId="319db07d2c83ec26" providerId="LiveId" clId="{3359A394-FBAC-4C63-ACC8-6D993EFC9668}" dt="2024-09-27T02:01:21.326" v="370"/>
          <ac:spMkLst>
            <pc:docMk/>
            <pc:sldMk cId="489187395" sldId="263"/>
            <ac:spMk id="2" creationId="{AF003204-A88E-0BD5-F9D1-FF1A551BB1EE}"/>
          </ac:spMkLst>
        </pc:spChg>
        <pc:spChg chg="mod">
          <ac:chgData name="Kapil Dev Pant" userId="319db07d2c83ec26" providerId="LiveId" clId="{3359A394-FBAC-4C63-ACC8-6D993EFC9668}" dt="2024-09-27T02:40:25.612" v="528" actId="20577"/>
          <ac:spMkLst>
            <pc:docMk/>
            <pc:sldMk cId="489187395" sldId="263"/>
            <ac:spMk id="3" creationId="{156069DE-B206-BDD1-99CD-690EF994783F}"/>
          </ac:spMkLst>
        </pc:spChg>
      </pc:sldChg>
      <pc:sldChg chg="modSp new mod">
        <pc:chgData name="Kapil Dev Pant" userId="319db07d2c83ec26" providerId="LiveId" clId="{3359A394-FBAC-4C63-ACC8-6D993EFC9668}" dt="2024-09-27T02:02:48.282" v="402" actId="20577"/>
        <pc:sldMkLst>
          <pc:docMk/>
          <pc:sldMk cId="3422161441" sldId="264"/>
        </pc:sldMkLst>
        <pc:spChg chg="mod">
          <ac:chgData name="Kapil Dev Pant" userId="319db07d2c83ec26" providerId="LiveId" clId="{3359A394-FBAC-4C63-ACC8-6D993EFC9668}" dt="2024-09-27T02:02:18.878" v="398"/>
          <ac:spMkLst>
            <pc:docMk/>
            <pc:sldMk cId="3422161441" sldId="264"/>
            <ac:spMk id="2" creationId="{89629E81-5AE0-2A06-0FCD-151DD187C5DB}"/>
          </ac:spMkLst>
        </pc:spChg>
        <pc:spChg chg="mod">
          <ac:chgData name="Kapil Dev Pant" userId="319db07d2c83ec26" providerId="LiveId" clId="{3359A394-FBAC-4C63-ACC8-6D993EFC9668}" dt="2024-09-27T02:02:48.282" v="402" actId="20577"/>
          <ac:spMkLst>
            <pc:docMk/>
            <pc:sldMk cId="3422161441" sldId="264"/>
            <ac:spMk id="3" creationId="{8E04C044-8D3A-872F-0035-2A97DCAD19E6}"/>
          </ac:spMkLst>
        </pc:spChg>
      </pc:sldChg>
      <pc:sldChg chg="new del">
        <pc:chgData name="Kapil Dev Pant" userId="319db07d2c83ec26" providerId="LiveId" clId="{3359A394-FBAC-4C63-ACC8-6D993EFC9668}" dt="2024-09-27T02:02:08.237" v="396" actId="2696"/>
        <pc:sldMkLst>
          <pc:docMk/>
          <pc:sldMk cId="3615363158" sldId="264"/>
        </pc:sldMkLst>
      </pc:sldChg>
      <pc:sldChg chg="modSp new mod modNotesTx">
        <pc:chgData name="Kapil Dev Pant" userId="319db07d2c83ec26" providerId="LiveId" clId="{3359A394-FBAC-4C63-ACC8-6D993EFC9668}" dt="2024-09-27T02:03:56.216" v="428" actId="20577"/>
        <pc:sldMkLst>
          <pc:docMk/>
          <pc:sldMk cId="424231316" sldId="265"/>
        </pc:sldMkLst>
        <pc:spChg chg="mod">
          <ac:chgData name="Kapil Dev Pant" userId="319db07d2c83ec26" providerId="LiveId" clId="{3359A394-FBAC-4C63-ACC8-6D993EFC9668}" dt="2024-09-27T02:03:01.511" v="404"/>
          <ac:spMkLst>
            <pc:docMk/>
            <pc:sldMk cId="424231316" sldId="265"/>
            <ac:spMk id="2" creationId="{E27710DA-6931-DA40-5116-2CDE344AB4B7}"/>
          </ac:spMkLst>
        </pc:spChg>
        <pc:spChg chg="mod">
          <ac:chgData name="Kapil Dev Pant" userId="319db07d2c83ec26" providerId="LiveId" clId="{3359A394-FBAC-4C63-ACC8-6D993EFC9668}" dt="2024-09-27T02:03:56.216" v="428" actId="20577"/>
          <ac:spMkLst>
            <pc:docMk/>
            <pc:sldMk cId="424231316" sldId="265"/>
            <ac:spMk id="3" creationId="{C14C046A-1CAF-2CDC-610D-22BCAE0F7F72}"/>
          </ac:spMkLst>
        </pc:spChg>
      </pc:sldChg>
      <pc:sldChg chg="modSp new mod modNotesTx">
        <pc:chgData name="Kapil Dev Pant" userId="319db07d2c83ec26" providerId="LiveId" clId="{3359A394-FBAC-4C63-ACC8-6D993EFC9668}" dt="2024-09-27T02:05:01.801" v="465"/>
        <pc:sldMkLst>
          <pc:docMk/>
          <pc:sldMk cId="685085055" sldId="266"/>
        </pc:sldMkLst>
        <pc:spChg chg="mod">
          <ac:chgData name="Kapil Dev Pant" userId="319db07d2c83ec26" providerId="LiveId" clId="{3359A394-FBAC-4C63-ACC8-6D993EFC9668}" dt="2024-09-27T02:04:09.303" v="444" actId="20577"/>
          <ac:spMkLst>
            <pc:docMk/>
            <pc:sldMk cId="685085055" sldId="266"/>
            <ac:spMk id="2" creationId="{33D322D0-BE2E-6421-E63D-6EFE53665751}"/>
          </ac:spMkLst>
        </pc:spChg>
        <pc:spChg chg="mod">
          <ac:chgData name="Kapil Dev Pant" userId="319db07d2c83ec26" providerId="LiveId" clId="{3359A394-FBAC-4C63-ACC8-6D993EFC9668}" dt="2024-09-27T02:04:54.018" v="464"/>
          <ac:spMkLst>
            <pc:docMk/>
            <pc:sldMk cId="685085055" sldId="266"/>
            <ac:spMk id="3" creationId="{F1A179C8-B9C5-60FE-B804-B2BA7BFC59EA}"/>
          </ac:spMkLst>
        </pc:spChg>
      </pc:sldChg>
      <pc:sldChg chg="modSp new mod modNotesTx">
        <pc:chgData name="Kapil Dev Pant" userId="319db07d2c83ec26" providerId="LiveId" clId="{3359A394-FBAC-4C63-ACC8-6D993EFC9668}" dt="2024-09-27T02:05:51.905" v="481"/>
        <pc:sldMkLst>
          <pc:docMk/>
          <pc:sldMk cId="1716057692" sldId="267"/>
        </pc:sldMkLst>
        <pc:spChg chg="mod">
          <ac:chgData name="Kapil Dev Pant" userId="319db07d2c83ec26" providerId="LiveId" clId="{3359A394-FBAC-4C63-ACC8-6D993EFC9668}" dt="2024-09-27T02:05:27.176" v="474" actId="20577"/>
          <ac:spMkLst>
            <pc:docMk/>
            <pc:sldMk cId="1716057692" sldId="267"/>
            <ac:spMk id="2" creationId="{BD54530E-A3EE-EAC0-7454-1E233A08FB7E}"/>
          </ac:spMkLst>
        </pc:spChg>
        <pc:spChg chg="mod">
          <ac:chgData name="Kapil Dev Pant" userId="319db07d2c83ec26" providerId="LiveId" clId="{3359A394-FBAC-4C63-ACC8-6D993EFC9668}" dt="2024-09-27T02:05:51.905" v="481"/>
          <ac:spMkLst>
            <pc:docMk/>
            <pc:sldMk cId="1716057692" sldId="267"/>
            <ac:spMk id="3" creationId="{61C32A39-7329-84BC-07CE-1593A243323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457835-F09F-4D5A-B33A-3EC8163B06FA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815DF1A-D87A-4863-9C19-2FE262C2A20C}">
      <dgm:prSet/>
      <dgm:spPr/>
      <dgm:t>
        <a:bodyPr/>
        <a:lstStyle/>
        <a:p>
          <a:r>
            <a:rPr lang="en-US"/>
            <a:t>Agents and Environments</a:t>
          </a:r>
        </a:p>
      </dgm:t>
    </dgm:pt>
    <dgm:pt modelId="{0D1C5EDD-D0C0-47FE-838A-4B084A47CC22}" type="parTrans" cxnId="{8562C4F9-94B8-4D22-97DD-9964065B244D}">
      <dgm:prSet/>
      <dgm:spPr/>
      <dgm:t>
        <a:bodyPr/>
        <a:lstStyle/>
        <a:p>
          <a:endParaRPr lang="en-US"/>
        </a:p>
      </dgm:t>
    </dgm:pt>
    <dgm:pt modelId="{F182DF34-9DDA-40A0-B6EA-F69B47504609}" type="sibTrans" cxnId="{8562C4F9-94B8-4D22-97DD-9964065B244D}">
      <dgm:prSet/>
      <dgm:spPr/>
      <dgm:t>
        <a:bodyPr/>
        <a:lstStyle/>
        <a:p>
          <a:endParaRPr lang="en-US"/>
        </a:p>
      </dgm:t>
    </dgm:pt>
    <dgm:pt modelId="{41643F40-689F-464F-A159-3DAB0825C790}">
      <dgm:prSet/>
      <dgm:spPr/>
      <dgm:t>
        <a:bodyPr/>
        <a:lstStyle/>
        <a:p>
          <a:r>
            <a:rPr lang="en-US"/>
            <a:t>Concept of Rationality</a:t>
          </a:r>
        </a:p>
      </dgm:t>
    </dgm:pt>
    <dgm:pt modelId="{D98C45B1-FEBD-4743-8DC1-A176B27A2A95}" type="parTrans" cxnId="{2AE23152-78E8-4A7F-BB02-062F6EE9E090}">
      <dgm:prSet/>
      <dgm:spPr/>
      <dgm:t>
        <a:bodyPr/>
        <a:lstStyle/>
        <a:p>
          <a:endParaRPr lang="en-US"/>
        </a:p>
      </dgm:t>
    </dgm:pt>
    <dgm:pt modelId="{B706294C-E723-4EDD-8A0D-8759BB6227BF}" type="sibTrans" cxnId="{2AE23152-78E8-4A7F-BB02-062F6EE9E090}">
      <dgm:prSet/>
      <dgm:spPr/>
      <dgm:t>
        <a:bodyPr/>
        <a:lstStyle/>
        <a:p>
          <a:endParaRPr lang="en-US"/>
        </a:p>
      </dgm:t>
    </dgm:pt>
    <dgm:pt modelId="{0571E4EB-A28C-41EE-90B1-C6F18B9E4E55}">
      <dgm:prSet/>
      <dgm:spPr/>
      <dgm:t>
        <a:bodyPr/>
        <a:lstStyle/>
        <a:p>
          <a:r>
            <a:rPr lang="en-US"/>
            <a:t>Performance Measures</a:t>
          </a:r>
        </a:p>
      </dgm:t>
    </dgm:pt>
    <dgm:pt modelId="{39B84B83-06E1-455B-BB53-56499E4D38EA}" type="parTrans" cxnId="{7DD8FB80-1C5B-4E21-B620-BF654004B44E}">
      <dgm:prSet/>
      <dgm:spPr/>
      <dgm:t>
        <a:bodyPr/>
        <a:lstStyle/>
        <a:p>
          <a:endParaRPr lang="en-US"/>
        </a:p>
      </dgm:t>
    </dgm:pt>
    <dgm:pt modelId="{960EE048-5683-4110-98BE-7903E49F2533}" type="sibTrans" cxnId="{7DD8FB80-1C5B-4E21-B620-BF654004B44E}">
      <dgm:prSet/>
      <dgm:spPr/>
      <dgm:t>
        <a:bodyPr/>
        <a:lstStyle/>
        <a:p>
          <a:endParaRPr lang="en-US"/>
        </a:p>
      </dgm:t>
    </dgm:pt>
    <dgm:pt modelId="{33FCC658-11C2-4A79-AC6F-EAF1C599DDDE}">
      <dgm:prSet/>
      <dgm:spPr/>
      <dgm:t>
        <a:bodyPr/>
        <a:lstStyle/>
        <a:p>
          <a:r>
            <a:rPr lang="en-US"/>
            <a:t>Rationality and Rational Agent</a:t>
          </a:r>
        </a:p>
      </dgm:t>
    </dgm:pt>
    <dgm:pt modelId="{2B518A62-429A-4CD6-8021-D827C4F19370}" type="parTrans" cxnId="{59855B67-F41A-4EAF-9B45-01547C52CF54}">
      <dgm:prSet/>
      <dgm:spPr/>
      <dgm:t>
        <a:bodyPr/>
        <a:lstStyle/>
        <a:p>
          <a:endParaRPr lang="en-US"/>
        </a:p>
      </dgm:t>
    </dgm:pt>
    <dgm:pt modelId="{EC6806CE-164C-4ACE-9361-6E5E06111C2A}" type="sibTrans" cxnId="{59855B67-F41A-4EAF-9B45-01547C52CF54}">
      <dgm:prSet/>
      <dgm:spPr/>
      <dgm:t>
        <a:bodyPr/>
        <a:lstStyle/>
        <a:p>
          <a:endParaRPr lang="en-US"/>
        </a:p>
      </dgm:t>
    </dgm:pt>
    <dgm:pt modelId="{454EBC65-2488-49B0-BA21-9DD1983554FB}">
      <dgm:prSet/>
      <dgm:spPr/>
      <dgm:t>
        <a:bodyPr/>
        <a:lstStyle/>
        <a:p>
          <a:r>
            <a:rPr lang="en-US"/>
            <a:t>Task environment and its properties</a:t>
          </a:r>
        </a:p>
      </dgm:t>
    </dgm:pt>
    <dgm:pt modelId="{609F0CD8-0AA8-4703-BE15-201DBE3750C5}" type="parTrans" cxnId="{63EE73F8-B507-41B2-90E6-CA0554A148AC}">
      <dgm:prSet/>
      <dgm:spPr/>
      <dgm:t>
        <a:bodyPr/>
        <a:lstStyle/>
        <a:p>
          <a:endParaRPr lang="en-US"/>
        </a:p>
      </dgm:t>
    </dgm:pt>
    <dgm:pt modelId="{2C64291E-12AA-46D1-A69B-ACF884DE79F8}" type="sibTrans" cxnId="{63EE73F8-B507-41B2-90E6-CA0554A148AC}">
      <dgm:prSet/>
      <dgm:spPr/>
      <dgm:t>
        <a:bodyPr/>
        <a:lstStyle/>
        <a:p>
          <a:endParaRPr lang="en-US"/>
        </a:p>
      </dgm:t>
    </dgm:pt>
    <dgm:pt modelId="{3C725868-7E99-4B80-8055-CB4926FF875C}">
      <dgm:prSet/>
      <dgm:spPr/>
      <dgm:t>
        <a:bodyPr/>
        <a:lstStyle/>
        <a:p>
          <a:r>
            <a:rPr lang="en-US"/>
            <a:t>Structure of Agents</a:t>
          </a:r>
        </a:p>
      </dgm:t>
    </dgm:pt>
    <dgm:pt modelId="{C4521867-A616-416D-A13A-2CCA07474095}" type="parTrans" cxnId="{E135CD56-328A-4BFD-89DF-C770D94CCA3E}">
      <dgm:prSet/>
      <dgm:spPr/>
      <dgm:t>
        <a:bodyPr/>
        <a:lstStyle/>
        <a:p>
          <a:endParaRPr lang="en-US"/>
        </a:p>
      </dgm:t>
    </dgm:pt>
    <dgm:pt modelId="{A4941368-CE8C-4A17-BFA6-4097170F2727}" type="sibTrans" cxnId="{E135CD56-328A-4BFD-89DF-C770D94CCA3E}">
      <dgm:prSet/>
      <dgm:spPr/>
      <dgm:t>
        <a:bodyPr/>
        <a:lstStyle/>
        <a:p>
          <a:endParaRPr lang="en-US"/>
        </a:p>
      </dgm:t>
    </dgm:pt>
    <dgm:pt modelId="{5A0765C8-B56D-40A9-BFC3-4C868013BFD3}">
      <dgm:prSet/>
      <dgm:spPr/>
      <dgm:t>
        <a:bodyPr/>
        <a:lstStyle/>
        <a:p>
          <a:r>
            <a:rPr lang="en-US"/>
            <a:t>Agent programs</a:t>
          </a:r>
        </a:p>
      </dgm:t>
    </dgm:pt>
    <dgm:pt modelId="{34E2A06C-8A22-47A7-B4CA-E4450D677D67}" type="parTrans" cxnId="{3BD9186D-30E7-4B84-BB85-9251D043CA0B}">
      <dgm:prSet/>
      <dgm:spPr/>
      <dgm:t>
        <a:bodyPr/>
        <a:lstStyle/>
        <a:p>
          <a:endParaRPr lang="en-US"/>
        </a:p>
      </dgm:t>
    </dgm:pt>
    <dgm:pt modelId="{694CE43D-2D90-4D7B-BA35-BBC2A8F72460}" type="sibTrans" cxnId="{3BD9186D-30E7-4B84-BB85-9251D043CA0B}">
      <dgm:prSet/>
      <dgm:spPr/>
      <dgm:t>
        <a:bodyPr/>
        <a:lstStyle/>
        <a:p>
          <a:endParaRPr lang="en-US"/>
        </a:p>
      </dgm:t>
    </dgm:pt>
    <dgm:pt modelId="{A7F5903E-75A5-4F63-86F6-F36E2021DD91}">
      <dgm:prSet/>
      <dgm:spPr/>
      <dgm:t>
        <a:bodyPr/>
        <a:lstStyle/>
        <a:p>
          <a:r>
            <a:rPr lang="en-US"/>
            <a:t>Types of agent programs</a:t>
          </a:r>
        </a:p>
      </dgm:t>
    </dgm:pt>
    <dgm:pt modelId="{4F90458A-4E6F-431A-936F-9ECFB6DDC2F6}" type="parTrans" cxnId="{D72F7954-666C-4264-AE25-374D536BE198}">
      <dgm:prSet/>
      <dgm:spPr/>
      <dgm:t>
        <a:bodyPr/>
        <a:lstStyle/>
        <a:p>
          <a:endParaRPr lang="en-US"/>
        </a:p>
      </dgm:t>
    </dgm:pt>
    <dgm:pt modelId="{28B92101-079F-42D5-A023-DF62B765BDA0}" type="sibTrans" cxnId="{D72F7954-666C-4264-AE25-374D536BE198}">
      <dgm:prSet/>
      <dgm:spPr/>
      <dgm:t>
        <a:bodyPr/>
        <a:lstStyle/>
        <a:p>
          <a:endParaRPr lang="en-US"/>
        </a:p>
      </dgm:t>
    </dgm:pt>
    <dgm:pt modelId="{EADCDDFC-822A-4DA4-A18A-FB83849B547D}">
      <dgm:prSet/>
      <dgm:spPr/>
      <dgm:t>
        <a:bodyPr/>
        <a:lstStyle/>
        <a:p>
          <a:r>
            <a:rPr lang="en-US"/>
            <a:t>Learning Agents</a:t>
          </a:r>
        </a:p>
      </dgm:t>
    </dgm:pt>
    <dgm:pt modelId="{CB968EF4-E2A0-4D4A-A2B3-0D30031233BD}" type="parTrans" cxnId="{F6ECD9ED-0325-4705-A07F-E2EFADDA3002}">
      <dgm:prSet/>
      <dgm:spPr/>
      <dgm:t>
        <a:bodyPr/>
        <a:lstStyle/>
        <a:p>
          <a:endParaRPr lang="en-US"/>
        </a:p>
      </dgm:t>
    </dgm:pt>
    <dgm:pt modelId="{10EF3ED0-E256-4D13-B7A2-CB5F904C7D1D}" type="sibTrans" cxnId="{F6ECD9ED-0325-4705-A07F-E2EFADDA3002}">
      <dgm:prSet/>
      <dgm:spPr/>
      <dgm:t>
        <a:bodyPr/>
        <a:lstStyle/>
        <a:p>
          <a:endParaRPr lang="en-US"/>
        </a:p>
      </dgm:t>
    </dgm:pt>
    <dgm:pt modelId="{344DDD05-15BD-4A47-9D98-72140D6BABF2}" type="pres">
      <dgm:prSet presAssocID="{A8457835-F09F-4D5A-B33A-3EC8163B06FA}" presName="linear" presStyleCnt="0">
        <dgm:presLayoutVars>
          <dgm:dir/>
          <dgm:animLvl val="lvl"/>
          <dgm:resizeHandles val="exact"/>
        </dgm:presLayoutVars>
      </dgm:prSet>
      <dgm:spPr/>
    </dgm:pt>
    <dgm:pt modelId="{DF893A1C-D457-4289-A170-DDE8A8E98483}" type="pres">
      <dgm:prSet presAssocID="{A815DF1A-D87A-4863-9C19-2FE262C2A20C}" presName="parentLin" presStyleCnt="0"/>
      <dgm:spPr/>
    </dgm:pt>
    <dgm:pt modelId="{BEE634D8-B91A-4590-A81C-AD8FF3AEEC2E}" type="pres">
      <dgm:prSet presAssocID="{A815DF1A-D87A-4863-9C19-2FE262C2A20C}" presName="parentLeftMargin" presStyleLbl="node1" presStyleIdx="0" presStyleCnt="5"/>
      <dgm:spPr/>
    </dgm:pt>
    <dgm:pt modelId="{74B3F1C8-032A-47E2-B47F-204E0D1C9D26}" type="pres">
      <dgm:prSet presAssocID="{A815DF1A-D87A-4863-9C19-2FE262C2A20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BD56740-15F2-405A-92B1-F89F60BA6195}" type="pres">
      <dgm:prSet presAssocID="{A815DF1A-D87A-4863-9C19-2FE262C2A20C}" presName="negativeSpace" presStyleCnt="0"/>
      <dgm:spPr/>
    </dgm:pt>
    <dgm:pt modelId="{454FEBB8-1460-4C35-8156-9F61F4CF565C}" type="pres">
      <dgm:prSet presAssocID="{A815DF1A-D87A-4863-9C19-2FE262C2A20C}" presName="childText" presStyleLbl="conFgAcc1" presStyleIdx="0" presStyleCnt="5">
        <dgm:presLayoutVars>
          <dgm:bulletEnabled val="1"/>
        </dgm:presLayoutVars>
      </dgm:prSet>
      <dgm:spPr/>
    </dgm:pt>
    <dgm:pt modelId="{6F9D70CB-EEC0-4B7A-A1AA-D7DCCFD96DE2}" type="pres">
      <dgm:prSet presAssocID="{F182DF34-9DDA-40A0-B6EA-F69B47504609}" presName="spaceBetweenRectangles" presStyleCnt="0"/>
      <dgm:spPr/>
    </dgm:pt>
    <dgm:pt modelId="{2838F41F-EA4B-4A4E-A8F1-778E335084DB}" type="pres">
      <dgm:prSet presAssocID="{41643F40-689F-464F-A159-3DAB0825C790}" presName="parentLin" presStyleCnt="0"/>
      <dgm:spPr/>
    </dgm:pt>
    <dgm:pt modelId="{E07B32A0-6A47-42B9-9AF0-586969788082}" type="pres">
      <dgm:prSet presAssocID="{41643F40-689F-464F-A159-3DAB0825C790}" presName="parentLeftMargin" presStyleLbl="node1" presStyleIdx="0" presStyleCnt="5"/>
      <dgm:spPr/>
    </dgm:pt>
    <dgm:pt modelId="{69E1A16A-2203-4C31-8412-64EBC51B4777}" type="pres">
      <dgm:prSet presAssocID="{41643F40-689F-464F-A159-3DAB0825C79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66FE9D6-7C99-4E40-9B44-31BE78668318}" type="pres">
      <dgm:prSet presAssocID="{41643F40-689F-464F-A159-3DAB0825C790}" presName="negativeSpace" presStyleCnt="0"/>
      <dgm:spPr/>
    </dgm:pt>
    <dgm:pt modelId="{63AF942E-92C6-462F-AFB3-C3211EC684CB}" type="pres">
      <dgm:prSet presAssocID="{41643F40-689F-464F-A159-3DAB0825C790}" presName="childText" presStyleLbl="conFgAcc1" presStyleIdx="1" presStyleCnt="5">
        <dgm:presLayoutVars>
          <dgm:bulletEnabled val="1"/>
        </dgm:presLayoutVars>
      </dgm:prSet>
      <dgm:spPr/>
    </dgm:pt>
    <dgm:pt modelId="{EBF1F992-DBD6-49B2-8AD6-E21576B5288C}" type="pres">
      <dgm:prSet presAssocID="{B706294C-E723-4EDD-8A0D-8759BB6227BF}" presName="spaceBetweenRectangles" presStyleCnt="0"/>
      <dgm:spPr/>
    </dgm:pt>
    <dgm:pt modelId="{CAE0AC3C-D2FE-4EB8-A6F7-EF6BED3CE4AF}" type="pres">
      <dgm:prSet presAssocID="{454EBC65-2488-49B0-BA21-9DD1983554FB}" presName="parentLin" presStyleCnt="0"/>
      <dgm:spPr/>
    </dgm:pt>
    <dgm:pt modelId="{E94C896E-375B-4DF6-81FB-B61DE425ABFE}" type="pres">
      <dgm:prSet presAssocID="{454EBC65-2488-49B0-BA21-9DD1983554FB}" presName="parentLeftMargin" presStyleLbl="node1" presStyleIdx="1" presStyleCnt="5"/>
      <dgm:spPr/>
    </dgm:pt>
    <dgm:pt modelId="{8DDA18F3-7122-482E-BA53-1FD73ADAFEC5}" type="pres">
      <dgm:prSet presAssocID="{454EBC65-2488-49B0-BA21-9DD1983554F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8146446-48C2-4A5C-86EE-D311EF25F133}" type="pres">
      <dgm:prSet presAssocID="{454EBC65-2488-49B0-BA21-9DD1983554FB}" presName="negativeSpace" presStyleCnt="0"/>
      <dgm:spPr/>
    </dgm:pt>
    <dgm:pt modelId="{AC64F60E-5D37-47D6-9957-BCD11758EA5E}" type="pres">
      <dgm:prSet presAssocID="{454EBC65-2488-49B0-BA21-9DD1983554FB}" presName="childText" presStyleLbl="conFgAcc1" presStyleIdx="2" presStyleCnt="5">
        <dgm:presLayoutVars>
          <dgm:bulletEnabled val="1"/>
        </dgm:presLayoutVars>
      </dgm:prSet>
      <dgm:spPr/>
    </dgm:pt>
    <dgm:pt modelId="{BC77C1EB-F614-4D91-91A0-099D4F0138AE}" type="pres">
      <dgm:prSet presAssocID="{2C64291E-12AA-46D1-A69B-ACF884DE79F8}" presName="spaceBetweenRectangles" presStyleCnt="0"/>
      <dgm:spPr/>
    </dgm:pt>
    <dgm:pt modelId="{BDCFABA4-62C0-4D64-9057-15E1A4EF5F64}" type="pres">
      <dgm:prSet presAssocID="{3C725868-7E99-4B80-8055-CB4926FF875C}" presName="parentLin" presStyleCnt="0"/>
      <dgm:spPr/>
    </dgm:pt>
    <dgm:pt modelId="{0C8F88CB-C1C5-43B5-8675-517DC3BB0D53}" type="pres">
      <dgm:prSet presAssocID="{3C725868-7E99-4B80-8055-CB4926FF875C}" presName="parentLeftMargin" presStyleLbl="node1" presStyleIdx="2" presStyleCnt="5"/>
      <dgm:spPr/>
    </dgm:pt>
    <dgm:pt modelId="{53DD3563-B3DD-4971-B523-444BBA822213}" type="pres">
      <dgm:prSet presAssocID="{3C725868-7E99-4B80-8055-CB4926FF875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FB59CB9-8BE6-414B-A4CF-5F53EEFB6A68}" type="pres">
      <dgm:prSet presAssocID="{3C725868-7E99-4B80-8055-CB4926FF875C}" presName="negativeSpace" presStyleCnt="0"/>
      <dgm:spPr/>
    </dgm:pt>
    <dgm:pt modelId="{44B891C8-E7E6-469D-8FCD-D31EFC8DCB17}" type="pres">
      <dgm:prSet presAssocID="{3C725868-7E99-4B80-8055-CB4926FF875C}" presName="childText" presStyleLbl="conFgAcc1" presStyleIdx="3" presStyleCnt="5">
        <dgm:presLayoutVars>
          <dgm:bulletEnabled val="1"/>
        </dgm:presLayoutVars>
      </dgm:prSet>
      <dgm:spPr/>
    </dgm:pt>
    <dgm:pt modelId="{85FCB753-13D9-4D39-9904-494A53ADC853}" type="pres">
      <dgm:prSet presAssocID="{A4941368-CE8C-4A17-BFA6-4097170F2727}" presName="spaceBetweenRectangles" presStyleCnt="0"/>
      <dgm:spPr/>
    </dgm:pt>
    <dgm:pt modelId="{E69634C8-28D6-49A7-8F39-869285E91B8E}" type="pres">
      <dgm:prSet presAssocID="{EADCDDFC-822A-4DA4-A18A-FB83849B547D}" presName="parentLin" presStyleCnt="0"/>
      <dgm:spPr/>
    </dgm:pt>
    <dgm:pt modelId="{2FD8C18B-76BB-4234-91D5-E25BA2915BB2}" type="pres">
      <dgm:prSet presAssocID="{EADCDDFC-822A-4DA4-A18A-FB83849B547D}" presName="parentLeftMargin" presStyleLbl="node1" presStyleIdx="3" presStyleCnt="5"/>
      <dgm:spPr/>
    </dgm:pt>
    <dgm:pt modelId="{1958EFA5-49DB-4A18-BCC3-C5065A2F34F8}" type="pres">
      <dgm:prSet presAssocID="{EADCDDFC-822A-4DA4-A18A-FB83849B547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5F82F54-3BF8-42CC-A742-8FBAD61F599B}" type="pres">
      <dgm:prSet presAssocID="{EADCDDFC-822A-4DA4-A18A-FB83849B547D}" presName="negativeSpace" presStyleCnt="0"/>
      <dgm:spPr/>
    </dgm:pt>
    <dgm:pt modelId="{3552CB94-2269-4046-8A82-9EBA9EF6B242}" type="pres">
      <dgm:prSet presAssocID="{EADCDDFC-822A-4DA4-A18A-FB83849B547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E36F603-91FD-4388-A405-40CCA1132E2D}" type="presOf" srcId="{3C725868-7E99-4B80-8055-CB4926FF875C}" destId="{53DD3563-B3DD-4971-B523-444BBA822213}" srcOrd="1" destOrd="0" presId="urn:microsoft.com/office/officeart/2005/8/layout/list1"/>
    <dgm:cxn modelId="{9C679925-5DB7-42B3-901F-93B1778540D9}" type="presOf" srcId="{41643F40-689F-464F-A159-3DAB0825C790}" destId="{69E1A16A-2203-4C31-8412-64EBC51B4777}" srcOrd="1" destOrd="0" presId="urn:microsoft.com/office/officeart/2005/8/layout/list1"/>
    <dgm:cxn modelId="{FD92BA2F-8438-46CE-9CA1-673F604C9758}" type="presOf" srcId="{454EBC65-2488-49B0-BA21-9DD1983554FB}" destId="{8DDA18F3-7122-482E-BA53-1FD73ADAFEC5}" srcOrd="1" destOrd="0" presId="urn:microsoft.com/office/officeart/2005/8/layout/list1"/>
    <dgm:cxn modelId="{B6EACD38-300D-4927-9775-3F70F33508DF}" type="presOf" srcId="{5A0765C8-B56D-40A9-BFC3-4C868013BFD3}" destId="{44B891C8-E7E6-469D-8FCD-D31EFC8DCB17}" srcOrd="0" destOrd="0" presId="urn:microsoft.com/office/officeart/2005/8/layout/list1"/>
    <dgm:cxn modelId="{20322F40-05F7-4720-995A-DA9995F6AF46}" type="presOf" srcId="{A815DF1A-D87A-4863-9C19-2FE262C2A20C}" destId="{BEE634D8-B91A-4590-A81C-AD8FF3AEEC2E}" srcOrd="0" destOrd="0" presId="urn:microsoft.com/office/officeart/2005/8/layout/list1"/>
    <dgm:cxn modelId="{DD1A035B-9515-4ED7-A4EF-0B9F8EC4D8BA}" type="presOf" srcId="{A8457835-F09F-4D5A-B33A-3EC8163B06FA}" destId="{344DDD05-15BD-4A47-9D98-72140D6BABF2}" srcOrd="0" destOrd="0" presId="urn:microsoft.com/office/officeart/2005/8/layout/list1"/>
    <dgm:cxn modelId="{DCFC0C45-7DC4-45A7-9859-FE4C29930118}" type="presOf" srcId="{33FCC658-11C2-4A79-AC6F-EAF1C599DDDE}" destId="{63AF942E-92C6-462F-AFB3-C3211EC684CB}" srcOrd="0" destOrd="1" presId="urn:microsoft.com/office/officeart/2005/8/layout/list1"/>
    <dgm:cxn modelId="{59855B67-F41A-4EAF-9B45-01547C52CF54}" srcId="{41643F40-689F-464F-A159-3DAB0825C790}" destId="{33FCC658-11C2-4A79-AC6F-EAF1C599DDDE}" srcOrd="1" destOrd="0" parTransId="{2B518A62-429A-4CD6-8021-D827C4F19370}" sibTransId="{EC6806CE-164C-4ACE-9361-6E5E06111C2A}"/>
    <dgm:cxn modelId="{3BD9186D-30E7-4B84-BB85-9251D043CA0B}" srcId="{3C725868-7E99-4B80-8055-CB4926FF875C}" destId="{5A0765C8-B56D-40A9-BFC3-4C868013BFD3}" srcOrd="0" destOrd="0" parTransId="{34E2A06C-8A22-47A7-B4CA-E4450D677D67}" sibTransId="{694CE43D-2D90-4D7B-BA35-BBC2A8F72460}"/>
    <dgm:cxn modelId="{7B4D656F-67FE-464D-A9EB-A11AF484F095}" type="presOf" srcId="{0571E4EB-A28C-41EE-90B1-C6F18B9E4E55}" destId="{63AF942E-92C6-462F-AFB3-C3211EC684CB}" srcOrd="0" destOrd="0" presId="urn:microsoft.com/office/officeart/2005/8/layout/list1"/>
    <dgm:cxn modelId="{2AE23152-78E8-4A7F-BB02-062F6EE9E090}" srcId="{A8457835-F09F-4D5A-B33A-3EC8163B06FA}" destId="{41643F40-689F-464F-A159-3DAB0825C790}" srcOrd="1" destOrd="0" parTransId="{D98C45B1-FEBD-4743-8DC1-A176B27A2A95}" sibTransId="{B706294C-E723-4EDD-8A0D-8759BB6227BF}"/>
    <dgm:cxn modelId="{282D6A74-E238-494D-AA5D-F717B9F4951F}" type="presOf" srcId="{A7F5903E-75A5-4F63-86F6-F36E2021DD91}" destId="{44B891C8-E7E6-469D-8FCD-D31EFC8DCB17}" srcOrd="0" destOrd="1" presId="urn:microsoft.com/office/officeart/2005/8/layout/list1"/>
    <dgm:cxn modelId="{D72F7954-666C-4264-AE25-374D536BE198}" srcId="{3C725868-7E99-4B80-8055-CB4926FF875C}" destId="{A7F5903E-75A5-4F63-86F6-F36E2021DD91}" srcOrd="1" destOrd="0" parTransId="{4F90458A-4E6F-431A-936F-9ECFB6DDC2F6}" sibTransId="{28B92101-079F-42D5-A023-DF62B765BDA0}"/>
    <dgm:cxn modelId="{E135CD56-328A-4BFD-89DF-C770D94CCA3E}" srcId="{A8457835-F09F-4D5A-B33A-3EC8163B06FA}" destId="{3C725868-7E99-4B80-8055-CB4926FF875C}" srcOrd="3" destOrd="0" parTransId="{C4521867-A616-416D-A13A-2CCA07474095}" sibTransId="{A4941368-CE8C-4A17-BFA6-4097170F2727}"/>
    <dgm:cxn modelId="{C7DFC977-70AB-4347-8191-D5DDB9D85DE9}" type="presOf" srcId="{3C725868-7E99-4B80-8055-CB4926FF875C}" destId="{0C8F88CB-C1C5-43B5-8675-517DC3BB0D53}" srcOrd="0" destOrd="0" presId="urn:microsoft.com/office/officeart/2005/8/layout/list1"/>
    <dgm:cxn modelId="{7DD8FB80-1C5B-4E21-B620-BF654004B44E}" srcId="{41643F40-689F-464F-A159-3DAB0825C790}" destId="{0571E4EB-A28C-41EE-90B1-C6F18B9E4E55}" srcOrd="0" destOrd="0" parTransId="{39B84B83-06E1-455B-BB53-56499E4D38EA}" sibTransId="{960EE048-5683-4110-98BE-7903E49F2533}"/>
    <dgm:cxn modelId="{3EC30987-B888-44CE-9FBE-64DA8ADD32BF}" type="presOf" srcId="{41643F40-689F-464F-A159-3DAB0825C790}" destId="{E07B32A0-6A47-42B9-9AF0-586969788082}" srcOrd="0" destOrd="0" presId="urn:microsoft.com/office/officeart/2005/8/layout/list1"/>
    <dgm:cxn modelId="{239E5EAE-64B5-4EDE-85C5-448316ACF59C}" type="presOf" srcId="{EADCDDFC-822A-4DA4-A18A-FB83849B547D}" destId="{2FD8C18B-76BB-4234-91D5-E25BA2915BB2}" srcOrd="0" destOrd="0" presId="urn:microsoft.com/office/officeart/2005/8/layout/list1"/>
    <dgm:cxn modelId="{E67591E4-A0CA-4D9F-AC9B-3DC4E870872B}" type="presOf" srcId="{EADCDDFC-822A-4DA4-A18A-FB83849B547D}" destId="{1958EFA5-49DB-4A18-BCC3-C5065A2F34F8}" srcOrd="1" destOrd="0" presId="urn:microsoft.com/office/officeart/2005/8/layout/list1"/>
    <dgm:cxn modelId="{F6ECD9ED-0325-4705-A07F-E2EFADDA3002}" srcId="{A8457835-F09F-4D5A-B33A-3EC8163B06FA}" destId="{EADCDDFC-822A-4DA4-A18A-FB83849B547D}" srcOrd="4" destOrd="0" parTransId="{CB968EF4-E2A0-4D4A-A2B3-0D30031233BD}" sibTransId="{10EF3ED0-E256-4D13-B7A2-CB5F904C7D1D}"/>
    <dgm:cxn modelId="{184265F0-D429-4517-A8B9-4C87BBD330CD}" type="presOf" srcId="{A815DF1A-D87A-4863-9C19-2FE262C2A20C}" destId="{74B3F1C8-032A-47E2-B47F-204E0D1C9D26}" srcOrd="1" destOrd="0" presId="urn:microsoft.com/office/officeart/2005/8/layout/list1"/>
    <dgm:cxn modelId="{63EE73F8-B507-41B2-90E6-CA0554A148AC}" srcId="{A8457835-F09F-4D5A-B33A-3EC8163B06FA}" destId="{454EBC65-2488-49B0-BA21-9DD1983554FB}" srcOrd="2" destOrd="0" parTransId="{609F0CD8-0AA8-4703-BE15-201DBE3750C5}" sibTransId="{2C64291E-12AA-46D1-A69B-ACF884DE79F8}"/>
    <dgm:cxn modelId="{C765AEF8-1ADB-4312-9AA9-A5D0A0D3D0AF}" type="presOf" srcId="{454EBC65-2488-49B0-BA21-9DD1983554FB}" destId="{E94C896E-375B-4DF6-81FB-B61DE425ABFE}" srcOrd="0" destOrd="0" presId="urn:microsoft.com/office/officeart/2005/8/layout/list1"/>
    <dgm:cxn modelId="{8562C4F9-94B8-4D22-97DD-9964065B244D}" srcId="{A8457835-F09F-4D5A-B33A-3EC8163B06FA}" destId="{A815DF1A-D87A-4863-9C19-2FE262C2A20C}" srcOrd="0" destOrd="0" parTransId="{0D1C5EDD-D0C0-47FE-838A-4B084A47CC22}" sibTransId="{F182DF34-9DDA-40A0-B6EA-F69B47504609}"/>
    <dgm:cxn modelId="{C4485014-EF44-4E77-B5D6-B5F490FBC9B5}" type="presParOf" srcId="{344DDD05-15BD-4A47-9D98-72140D6BABF2}" destId="{DF893A1C-D457-4289-A170-DDE8A8E98483}" srcOrd="0" destOrd="0" presId="urn:microsoft.com/office/officeart/2005/8/layout/list1"/>
    <dgm:cxn modelId="{D3746405-CA5E-4640-9F25-7C968CB046FF}" type="presParOf" srcId="{DF893A1C-D457-4289-A170-DDE8A8E98483}" destId="{BEE634D8-B91A-4590-A81C-AD8FF3AEEC2E}" srcOrd="0" destOrd="0" presId="urn:microsoft.com/office/officeart/2005/8/layout/list1"/>
    <dgm:cxn modelId="{3D9836C7-E2FA-4361-9436-8C057F2AA5A2}" type="presParOf" srcId="{DF893A1C-D457-4289-A170-DDE8A8E98483}" destId="{74B3F1C8-032A-47E2-B47F-204E0D1C9D26}" srcOrd="1" destOrd="0" presId="urn:microsoft.com/office/officeart/2005/8/layout/list1"/>
    <dgm:cxn modelId="{3B2E6905-26E9-4724-BEE9-771D75F56419}" type="presParOf" srcId="{344DDD05-15BD-4A47-9D98-72140D6BABF2}" destId="{0BD56740-15F2-405A-92B1-F89F60BA6195}" srcOrd="1" destOrd="0" presId="urn:microsoft.com/office/officeart/2005/8/layout/list1"/>
    <dgm:cxn modelId="{7F5B82AC-9D18-4734-A0B3-827B93FC60B4}" type="presParOf" srcId="{344DDD05-15BD-4A47-9D98-72140D6BABF2}" destId="{454FEBB8-1460-4C35-8156-9F61F4CF565C}" srcOrd="2" destOrd="0" presId="urn:microsoft.com/office/officeart/2005/8/layout/list1"/>
    <dgm:cxn modelId="{4CB267F2-BF19-4AC5-AB9B-7786981166FB}" type="presParOf" srcId="{344DDD05-15BD-4A47-9D98-72140D6BABF2}" destId="{6F9D70CB-EEC0-4B7A-A1AA-D7DCCFD96DE2}" srcOrd="3" destOrd="0" presId="urn:microsoft.com/office/officeart/2005/8/layout/list1"/>
    <dgm:cxn modelId="{5B986825-27EE-4A8C-AB32-9BCE2866807B}" type="presParOf" srcId="{344DDD05-15BD-4A47-9D98-72140D6BABF2}" destId="{2838F41F-EA4B-4A4E-A8F1-778E335084DB}" srcOrd="4" destOrd="0" presId="urn:microsoft.com/office/officeart/2005/8/layout/list1"/>
    <dgm:cxn modelId="{27DB36C0-989C-45F0-901D-A3F93C65066F}" type="presParOf" srcId="{2838F41F-EA4B-4A4E-A8F1-778E335084DB}" destId="{E07B32A0-6A47-42B9-9AF0-586969788082}" srcOrd="0" destOrd="0" presId="urn:microsoft.com/office/officeart/2005/8/layout/list1"/>
    <dgm:cxn modelId="{C43F1BEC-045D-4A25-94AD-8D3F2E0A0581}" type="presParOf" srcId="{2838F41F-EA4B-4A4E-A8F1-778E335084DB}" destId="{69E1A16A-2203-4C31-8412-64EBC51B4777}" srcOrd="1" destOrd="0" presId="urn:microsoft.com/office/officeart/2005/8/layout/list1"/>
    <dgm:cxn modelId="{83CAF37C-5904-4199-92CE-4FD101565170}" type="presParOf" srcId="{344DDD05-15BD-4A47-9D98-72140D6BABF2}" destId="{966FE9D6-7C99-4E40-9B44-31BE78668318}" srcOrd="5" destOrd="0" presId="urn:microsoft.com/office/officeart/2005/8/layout/list1"/>
    <dgm:cxn modelId="{8A52E66C-6640-4F73-8454-11888D219889}" type="presParOf" srcId="{344DDD05-15BD-4A47-9D98-72140D6BABF2}" destId="{63AF942E-92C6-462F-AFB3-C3211EC684CB}" srcOrd="6" destOrd="0" presId="urn:microsoft.com/office/officeart/2005/8/layout/list1"/>
    <dgm:cxn modelId="{AF26E601-88E3-43A3-BBF0-021FBBF5C8CF}" type="presParOf" srcId="{344DDD05-15BD-4A47-9D98-72140D6BABF2}" destId="{EBF1F992-DBD6-49B2-8AD6-E21576B5288C}" srcOrd="7" destOrd="0" presId="urn:microsoft.com/office/officeart/2005/8/layout/list1"/>
    <dgm:cxn modelId="{3C4B3540-9D69-4658-87C1-49BF2B02C9B1}" type="presParOf" srcId="{344DDD05-15BD-4A47-9D98-72140D6BABF2}" destId="{CAE0AC3C-D2FE-4EB8-A6F7-EF6BED3CE4AF}" srcOrd="8" destOrd="0" presId="urn:microsoft.com/office/officeart/2005/8/layout/list1"/>
    <dgm:cxn modelId="{2E8C0994-AA48-42D6-8D8F-F3C11BFF195A}" type="presParOf" srcId="{CAE0AC3C-D2FE-4EB8-A6F7-EF6BED3CE4AF}" destId="{E94C896E-375B-4DF6-81FB-B61DE425ABFE}" srcOrd="0" destOrd="0" presId="urn:microsoft.com/office/officeart/2005/8/layout/list1"/>
    <dgm:cxn modelId="{39C356DD-B868-4E7B-97A6-E268AA7971E5}" type="presParOf" srcId="{CAE0AC3C-D2FE-4EB8-A6F7-EF6BED3CE4AF}" destId="{8DDA18F3-7122-482E-BA53-1FD73ADAFEC5}" srcOrd="1" destOrd="0" presId="urn:microsoft.com/office/officeart/2005/8/layout/list1"/>
    <dgm:cxn modelId="{1D2CA47D-3130-457C-A343-7BA4D77E839C}" type="presParOf" srcId="{344DDD05-15BD-4A47-9D98-72140D6BABF2}" destId="{18146446-48C2-4A5C-86EE-D311EF25F133}" srcOrd="9" destOrd="0" presId="urn:microsoft.com/office/officeart/2005/8/layout/list1"/>
    <dgm:cxn modelId="{98045A8C-F465-4E41-B65B-85C459B395C7}" type="presParOf" srcId="{344DDD05-15BD-4A47-9D98-72140D6BABF2}" destId="{AC64F60E-5D37-47D6-9957-BCD11758EA5E}" srcOrd="10" destOrd="0" presId="urn:microsoft.com/office/officeart/2005/8/layout/list1"/>
    <dgm:cxn modelId="{7946BB52-FE09-458A-B2C8-6FB0C8591056}" type="presParOf" srcId="{344DDD05-15BD-4A47-9D98-72140D6BABF2}" destId="{BC77C1EB-F614-4D91-91A0-099D4F0138AE}" srcOrd="11" destOrd="0" presId="urn:microsoft.com/office/officeart/2005/8/layout/list1"/>
    <dgm:cxn modelId="{76C2024B-14A4-4A2D-A688-837DB82576BE}" type="presParOf" srcId="{344DDD05-15BD-4A47-9D98-72140D6BABF2}" destId="{BDCFABA4-62C0-4D64-9057-15E1A4EF5F64}" srcOrd="12" destOrd="0" presId="urn:microsoft.com/office/officeart/2005/8/layout/list1"/>
    <dgm:cxn modelId="{C7B83A2B-890C-43F2-9C4F-8578E7F629AD}" type="presParOf" srcId="{BDCFABA4-62C0-4D64-9057-15E1A4EF5F64}" destId="{0C8F88CB-C1C5-43B5-8675-517DC3BB0D53}" srcOrd="0" destOrd="0" presId="urn:microsoft.com/office/officeart/2005/8/layout/list1"/>
    <dgm:cxn modelId="{299A0B97-8440-46D3-B06D-02F4F7D8C74A}" type="presParOf" srcId="{BDCFABA4-62C0-4D64-9057-15E1A4EF5F64}" destId="{53DD3563-B3DD-4971-B523-444BBA822213}" srcOrd="1" destOrd="0" presId="urn:microsoft.com/office/officeart/2005/8/layout/list1"/>
    <dgm:cxn modelId="{F4FDB436-0755-456D-9521-D76E791317DC}" type="presParOf" srcId="{344DDD05-15BD-4A47-9D98-72140D6BABF2}" destId="{9FB59CB9-8BE6-414B-A4CF-5F53EEFB6A68}" srcOrd="13" destOrd="0" presId="urn:microsoft.com/office/officeart/2005/8/layout/list1"/>
    <dgm:cxn modelId="{96E82262-2F04-429F-8596-A7F41B94349A}" type="presParOf" srcId="{344DDD05-15BD-4A47-9D98-72140D6BABF2}" destId="{44B891C8-E7E6-469D-8FCD-D31EFC8DCB17}" srcOrd="14" destOrd="0" presId="urn:microsoft.com/office/officeart/2005/8/layout/list1"/>
    <dgm:cxn modelId="{D561DDAB-4222-4AD9-8541-B9807A93F9A5}" type="presParOf" srcId="{344DDD05-15BD-4A47-9D98-72140D6BABF2}" destId="{85FCB753-13D9-4D39-9904-494A53ADC853}" srcOrd="15" destOrd="0" presId="urn:microsoft.com/office/officeart/2005/8/layout/list1"/>
    <dgm:cxn modelId="{8189E4E3-AA73-4F39-A5A6-A33B044CE42F}" type="presParOf" srcId="{344DDD05-15BD-4A47-9D98-72140D6BABF2}" destId="{E69634C8-28D6-49A7-8F39-869285E91B8E}" srcOrd="16" destOrd="0" presId="urn:microsoft.com/office/officeart/2005/8/layout/list1"/>
    <dgm:cxn modelId="{3A674132-B80B-4D96-8FCE-B4CE5BB2DF17}" type="presParOf" srcId="{E69634C8-28D6-49A7-8F39-869285E91B8E}" destId="{2FD8C18B-76BB-4234-91D5-E25BA2915BB2}" srcOrd="0" destOrd="0" presId="urn:microsoft.com/office/officeart/2005/8/layout/list1"/>
    <dgm:cxn modelId="{6A438E5D-A577-4B6D-875F-7B34171ED0D6}" type="presParOf" srcId="{E69634C8-28D6-49A7-8F39-869285E91B8E}" destId="{1958EFA5-49DB-4A18-BCC3-C5065A2F34F8}" srcOrd="1" destOrd="0" presId="urn:microsoft.com/office/officeart/2005/8/layout/list1"/>
    <dgm:cxn modelId="{1E3556C4-8AC8-4DAB-AA85-01B6D0F0AE39}" type="presParOf" srcId="{344DDD05-15BD-4A47-9D98-72140D6BABF2}" destId="{45F82F54-3BF8-42CC-A742-8FBAD61F599B}" srcOrd="17" destOrd="0" presId="urn:microsoft.com/office/officeart/2005/8/layout/list1"/>
    <dgm:cxn modelId="{81538A76-1165-4454-8285-FC10E896532F}" type="presParOf" srcId="{344DDD05-15BD-4A47-9D98-72140D6BABF2}" destId="{3552CB94-2269-4046-8A82-9EBA9EF6B24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4FEBB8-1460-4C35-8156-9F61F4CF565C}">
      <dsp:nvSpPr>
        <dsp:cNvPr id="0" name=""/>
        <dsp:cNvSpPr/>
      </dsp:nvSpPr>
      <dsp:spPr>
        <a:xfrm>
          <a:off x="0" y="323310"/>
          <a:ext cx="662880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3F1C8-032A-47E2-B47F-204E0D1C9D26}">
      <dsp:nvSpPr>
        <dsp:cNvPr id="0" name=""/>
        <dsp:cNvSpPr/>
      </dsp:nvSpPr>
      <dsp:spPr>
        <a:xfrm>
          <a:off x="331440" y="72390"/>
          <a:ext cx="4640162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Agents and Environments</a:t>
          </a:r>
        </a:p>
      </dsp:txBody>
      <dsp:txXfrm>
        <a:off x="355938" y="96888"/>
        <a:ext cx="4591166" cy="452844"/>
      </dsp:txXfrm>
    </dsp:sp>
    <dsp:sp modelId="{63AF942E-92C6-462F-AFB3-C3211EC684CB}">
      <dsp:nvSpPr>
        <dsp:cNvPr id="0" name=""/>
        <dsp:cNvSpPr/>
      </dsp:nvSpPr>
      <dsp:spPr>
        <a:xfrm>
          <a:off x="0" y="1094430"/>
          <a:ext cx="6628804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741071"/>
              <a:satOff val="3550"/>
              <a:lumOff val="32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469" tIns="354076" rIns="51446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Performance Measures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Rationality and Rational Agent</a:t>
          </a:r>
        </a:p>
      </dsp:txBody>
      <dsp:txXfrm>
        <a:off x="0" y="1094430"/>
        <a:ext cx="6628804" cy="963900"/>
      </dsp:txXfrm>
    </dsp:sp>
    <dsp:sp modelId="{69E1A16A-2203-4C31-8412-64EBC51B4777}">
      <dsp:nvSpPr>
        <dsp:cNvPr id="0" name=""/>
        <dsp:cNvSpPr/>
      </dsp:nvSpPr>
      <dsp:spPr>
        <a:xfrm>
          <a:off x="331440" y="843510"/>
          <a:ext cx="4640162" cy="501840"/>
        </a:xfrm>
        <a:prstGeom prst="roundRect">
          <a:avLst/>
        </a:prstGeom>
        <a:gradFill rotWithShape="0">
          <a:gsLst>
            <a:gs pos="0">
              <a:schemeClr val="accent2">
                <a:hueOff val="-741071"/>
                <a:satOff val="3550"/>
                <a:lumOff val="3284"/>
                <a:alphaOff val="0"/>
                <a:tint val="96000"/>
                <a:lumMod val="100000"/>
              </a:schemeClr>
            </a:gs>
            <a:gs pos="78000">
              <a:schemeClr val="accent2">
                <a:hueOff val="-741071"/>
                <a:satOff val="3550"/>
                <a:lumOff val="328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Concept of Rationality</a:t>
          </a:r>
        </a:p>
      </dsp:txBody>
      <dsp:txXfrm>
        <a:off x="355938" y="868008"/>
        <a:ext cx="4591166" cy="452844"/>
      </dsp:txXfrm>
    </dsp:sp>
    <dsp:sp modelId="{AC64F60E-5D37-47D6-9957-BCD11758EA5E}">
      <dsp:nvSpPr>
        <dsp:cNvPr id="0" name=""/>
        <dsp:cNvSpPr/>
      </dsp:nvSpPr>
      <dsp:spPr>
        <a:xfrm>
          <a:off x="0" y="2401050"/>
          <a:ext cx="662880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1482143"/>
              <a:satOff val="7100"/>
              <a:lumOff val="656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A18F3-7122-482E-BA53-1FD73ADAFEC5}">
      <dsp:nvSpPr>
        <dsp:cNvPr id="0" name=""/>
        <dsp:cNvSpPr/>
      </dsp:nvSpPr>
      <dsp:spPr>
        <a:xfrm>
          <a:off x="331440" y="2150130"/>
          <a:ext cx="4640162" cy="501840"/>
        </a:xfrm>
        <a:prstGeom prst="roundRect">
          <a:avLst/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Task environment and its properties</a:t>
          </a:r>
        </a:p>
      </dsp:txBody>
      <dsp:txXfrm>
        <a:off x="355938" y="2174628"/>
        <a:ext cx="4591166" cy="452844"/>
      </dsp:txXfrm>
    </dsp:sp>
    <dsp:sp modelId="{44B891C8-E7E6-469D-8FCD-D31EFC8DCB17}">
      <dsp:nvSpPr>
        <dsp:cNvPr id="0" name=""/>
        <dsp:cNvSpPr/>
      </dsp:nvSpPr>
      <dsp:spPr>
        <a:xfrm>
          <a:off x="0" y="3172170"/>
          <a:ext cx="6628804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2223214"/>
              <a:satOff val="10650"/>
              <a:lumOff val="98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4469" tIns="354076" rIns="514469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Agent programs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Types of agent programs</a:t>
          </a:r>
        </a:p>
      </dsp:txBody>
      <dsp:txXfrm>
        <a:off x="0" y="3172170"/>
        <a:ext cx="6628804" cy="963900"/>
      </dsp:txXfrm>
    </dsp:sp>
    <dsp:sp modelId="{53DD3563-B3DD-4971-B523-444BBA822213}">
      <dsp:nvSpPr>
        <dsp:cNvPr id="0" name=""/>
        <dsp:cNvSpPr/>
      </dsp:nvSpPr>
      <dsp:spPr>
        <a:xfrm>
          <a:off x="331440" y="2921250"/>
          <a:ext cx="4640162" cy="501840"/>
        </a:xfrm>
        <a:prstGeom prst="roundRect">
          <a:avLst/>
        </a:prstGeom>
        <a:gradFill rotWithShape="0">
          <a:gsLst>
            <a:gs pos="0">
              <a:schemeClr val="accent2">
                <a:hueOff val="-2223214"/>
                <a:satOff val="10650"/>
                <a:lumOff val="9853"/>
                <a:alphaOff val="0"/>
                <a:tint val="96000"/>
                <a:lumMod val="100000"/>
              </a:schemeClr>
            </a:gs>
            <a:gs pos="78000">
              <a:schemeClr val="accent2">
                <a:hueOff val="-2223214"/>
                <a:satOff val="10650"/>
                <a:lumOff val="985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Structure of Agents</a:t>
          </a:r>
        </a:p>
      </dsp:txBody>
      <dsp:txXfrm>
        <a:off x="355938" y="2945748"/>
        <a:ext cx="4591166" cy="452844"/>
      </dsp:txXfrm>
    </dsp:sp>
    <dsp:sp modelId="{3552CB94-2269-4046-8A82-9EBA9EF6B242}">
      <dsp:nvSpPr>
        <dsp:cNvPr id="0" name=""/>
        <dsp:cNvSpPr/>
      </dsp:nvSpPr>
      <dsp:spPr>
        <a:xfrm>
          <a:off x="0" y="4478790"/>
          <a:ext cx="662880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58EFA5-49DB-4A18-BCC3-C5065A2F34F8}">
      <dsp:nvSpPr>
        <dsp:cNvPr id="0" name=""/>
        <dsp:cNvSpPr/>
      </dsp:nvSpPr>
      <dsp:spPr>
        <a:xfrm>
          <a:off x="331440" y="4227870"/>
          <a:ext cx="4640162" cy="50184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Learning Agents</a:t>
          </a:r>
        </a:p>
      </dsp:txBody>
      <dsp:txXfrm>
        <a:off x="355938" y="4252368"/>
        <a:ext cx="4591166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D5CCE-D1C6-43A5-9151-35C766BC140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02AF3-39AC-4770-8D8F-48755DCA1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52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Rationality</a:t>
            </a:r>
            <a:r>
              <a:rPr lang="en-US" dirty="0"/>
              <a:t>: Acting in a way that maximizes success or achieves goals.</a:t>
            </a:r>
          </a:p>
          <a:p>
            <a:r>
              <a:rPr lang="en-US" b="1" dirty="0"/>
              <a:t>Rational Agent</a:t>
            </a:r>
            <a:r>
              <a:rPr lang="en-US" dirty="0"/>
              <a:t>: An agent that chooses the action that maximizes its performance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85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Rationality</a:t>
            </a:r>
            <a:r>
              <a:rPr lang="en-US" dirty="0"/>
              <a:t>: The idealized behavior based on perfect knowledge and computation.</a:t>
            </a:r>
          </a:p>
          <a:p>
            <a:r>
              <a:rPr lang="en-US" b="1" dirty="0"/>
              <a:t>1. Depends on Performance Measure</a:t>
            </a:r>
          </a:p>
          <a:p>
            <a:r>
              <a:rPr lang="en-US" dirty="0"/>
              <a:t>A rational agent is judged by a </a:t>
            </a:r>
            <a:r>
              <a:rPr lang="en-US" b="1" dirty="0"/>
              <a:t>performance measure</a:t>
            </a:r>
            <a:r>
              <a:rPr lang="en-US" dirty="0"/>
              <a:t> set by the designer.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For a self-driving car → Safety, speed, comfort, fuel usage.</a:t>
            </a:r>
          </a:p>
          <a:p>
            <a:r>
              <a:rPr lang="en-US" b="1" dirty="0"/>
              <a:t>2. Depends on Percept Sequence</a:t>
            </a:r>
          </a:p>
          <a:p>
            <a:r>
              <a:rPr lang="en-US" dirty="0"/>
              <a:t>The agent's decisions depend on </a:t>
            </a:r>
            <a:r>
              <a:rPr lang="en-US" b="1" dirty="0"/>
              <a:t>all past and current inputs</a:t>
            </a:r>
            <a:r>
              <a:rPr lang="en-US" dirty="0"/>
              <a:t>.</a:t>
            </a:r>
          </a:p>
          <a:p>
            <a:r>
              <a:rPr lang="en-US" b="1" dirty="0"/>
              <a:t>3. Based on Knowledge</a:t>
            </a:r>
          </a:p>
          <a:p>
            <a:r>
              <a:rPr lang="en-US" dirty="0"/>
              <a:t>An agent uses:</a:t>
            </a:r>
          </a:p>
          <a:p>
            <a:r>
              <a:rPr lang="en-US" dirty="0"/>
              <a:t>prior knowledge</a:t>
            </a:r>
          </a:p>
          <a:p>
            <a:r>
              <a:rPr lang="en-US" dirty="0"/>
              <a:t>current perceptions</a:t>
            </a:r>
          </a:p>
          <a:p>
            <a:r>
              <a:rPr lang="en-US" dirty="0"/>
              <a:t>built-in rules</a:t>
            </a:r>
          </a:p>
          <a:p>
            <a:r>
              <a:rPr lang="en-US" dirty="0"/>
              <a:t>learning experience</a:t>
            </a:r>
          </a:p>
          <a:p>
            <a:r>
              <a:rPr lang="en-US" b="1" dirty="0"/>
              <a:t>4. Deals with Uncertainty</a:t>
            </a:r>
          </a:p>
          <a:p>
            <a:r>
              <a:rPr lang="en-US" dirty="0"/>
              <a:t>Even with incomplete information, a rational agent chooses the </a:t>
            </a:r>
            <a:r>
              <a:rPr lang="en-US" b="1" dirty="0"/>
              <a:t>best expected action</a:t>
            </a:r>
            <a:r>
              <a:rPr lang="en-US" dirty="0"/>
              <a:t>.</a:t>
            </a:r>
          </a:p>
          <a:p>
            <a:r>
              <a:rPr lang="en-US" b="1" dirty="0"/>
              <a:t>5. Not the Same as Perfect</a:t>
            </a:r>
          </a:p>
          <a:p>
            <a:r>
              <a:rPr lang="en-US" dirty="0"/>
              <a:t>A rational agent is not required to be:</a:t>
            </a:r>
          </a:p>
          <a:p>
            <a:r>
              <a:rPr lang="en-US" dirty="0"/>
              <a:t>all-knowing</a:t>
            </a:r>
          </a:p>
          <a:p>
            <a:r>
              <a:rPr lang="en-US" dirty="0"/>
              <a:t>flawless</a:t>
            </a:r>
          </a:p>
          <a:p>
            <a:r>
              <a:rPr lang="en-US" dirty="0"/>
              <a:t>successful every time</a:t>
            </a:r>
          </a:p>
          <a:p>
            <a:r>
              <a:rPr lang="en-US" dirty="0"/>
              <a:t>It only needs to choose the </a:t>
            </a:r>
            <a:r>
              <a:rPr lang="en-US" b="1" dirty="0"/>
              <a:t>best possible action</a:t>
            </a:r>
            <a:r>
              <a:rPr lang="en-US" dirty="0"/>
              <a:t> </a:t>
            </a:r>
            <a:r>
              <a:rPr lang="en-US" i="1" dirty="0"/>
              <a:t>based on what it knows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Rational Agent</a:t>
            </a:r>
            <a:r>
              <a:rPr lang="en-US" dirty="0"/>
              <a:t>: Makes decisions that maximize expected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Example of Rationality</a:t>
            </a:r>
          </a:p>
          <a:p>
            <a:r>
              <a:rPr lang="en-US" b="1" dirty="0"/>
              <a:t>Example 1: Self-Driving Car</a:t>
            </a:r>
          </a:p>
          <a:p>
            <a:r>
              <a:rPr lang="en-US" dirty="0"/>
              <a:t>Rational action = slow down when a pedestrian is detected.</a:t>
            </a:r>
            <a:br>
              <a:rPr lang="en-US" dirty="0"/>
            </a:br>
            <a:r>
              <a:rPr lang="en-US" dirty="0"/>
              <a:t>It maximizes safety → the performance measure.</a:t>
            </a:r>
          </a:p>
          <a:p>
            <a:r>
              <a:rPr lang="en-US" b="1" dirty="0"/>
              <a:t>Example 2: Chess AI</a:t>
            </a:r>
          </a:p>
          <a:p>
            <a:r>
              <a:rPr lang="en-US" dirty="0"/>
              <a:t>Rational action = move that maximizes chances of winning based on current board state.</a:t>
            </a:r>
          </a:p>
          <a:p>
            <a:r>
              <a:rPr lang="en-US" b="1" dirty="0"/>
              <a:t>Example 3: Vacuum Cleaner Agent</a:t>
            </a:r>
          </a:p>
          <a:p>
            <a:r>
              <a:rPr lang="en-US" dirty="0"/>
              <a:t>Rational action = clean the dirty square first before moving.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i="1" dirty="0"/>
              <a:t>Key Point</a:t>
            </a:r>
            <a:r>
              <a:rPr lang="en-US" dirty="0"/>
              <a:t>: Rationality doesn’t always mean perfect performance but maximizing given the constraints.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69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The situation or problem an agent is designed to address.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Properties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Fully vs Partially Observable</a:t>
            </a:r>
            <a:r>
              <a:rPr lang="en-US" dirty="0"/>
              <a:t>: Can the agent access all relevant information?</a:t>
            </a:r>
          </a:p>
          <a:p>
            <a:r>
              <a:rPr lang="en-US" dirty="0"/>
              <a:t>Fully Observable → Agent can see everything</a:t>
            </a:r>
            <a:br>
              <a:rPr lang="en-US" dirty="0"/>
            </a:br>
            <a:r>
              <a:rPr lang="en-US" dirty="0"/>
              <a:t>Example: Chess board</a:t>
            </a:r>
          </a:p>
          <a:p>
            <a:r>
              <a:rPr lang="en-US" dirty="0"/>
              <a:t>Partially Observable → Agent sees only part</a:t>
            </a:r>
            <a:br>
              <a:rPr lang="en-US" dirty="0"/>
            </a:br>
            <a:r>
              <a:rPr lang="en-US" dirty="0"/>
              <a:t>Example: Driving in fog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Deterministic vs Stochastic</a:t>
            </a:r>
            <a:r>
              <a:rPr lang="en-US" dirty="0"/>
              <a:t>: Are outcomes predictable?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dirty="0"/>
              <a:t>Deterministic → Next state is predictable</a:t>
            </a:r>
            <a:br>
              <a:rPr lang="en-US" dirty="0"/>
            </a:br>
            <a:r>
              <a:rPr lang="en-US" dirty="0"/>
              <a:t>Example: Solving a puzzle</a:t>
            </a:r>
          </a:p>
          <a:p>
            <a:r>
              <a:rPr lang="en-US" dirty="0"/>
              <a:t>Stochastic → Involves randomness</a:t>
            </a:r>
            <a:br>
              <a:rPr lang="en-US" dirty="0"/>
            </a:br>
            <a:r>
              <a:rPr lang="en-US" dirty="0"/>
              <a:t>Example: Stock market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Episodic vs Sequential</a:t>
            </a:r>
            <a:r>
              <a:rPr lang="en-US" dirty="0"/>
              <a:t>: Is each step independent or dependent on previous ones?</a:t>
            </a:r>
          </a:p>
          <a:p>
            <a:r>
              <a:rPr lang="en-US" dirty="0"/>
              <a:t>Episodic → Actions don’t affect future</a:t>
            </a:r>
            <a:br>
              <a:rPr lang="en-US" dirty="0"/>
            </a:br>
            <a:r>
              <a:rPr lang="en-US" dirty="0"/>
              <a:t>Example: Image classification</a:t>
            </a:r>
          </a:p>
          <a:p>
            <a:r>
              <a:rPr lang="en-US" dirty="0"/>
              <a:t>Sequential → Current action affects future</a:t>
            </a:r>
            <a:br>
              <a:rPr lang="en-US" dirty="0"/>
            </a:br>
            <a:r>
              <a:rPr lang="en-US" dirty="0"/>
              <a:t>Example: Playing football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Static vs Dynamic</a:t>
            </a:r>
            <a:r>
              <a:rPr lang="en-US" dirty="0"/>
              <a:t>: Does the environment change during operation?</a:t>
            </a:r>
          </a:p>
          <a:p>
            <a:r>
              <a:rPr lang="en-US" dirty="0"/>
              <a:t>Static → Environment doesn’t change while agent thinks</a:t>
            </a:r>
            <a:br>
              <a:rPr lang="en-US" dirty="0"/>
            </a:br>
            <a:r>
              <a:rPr lang="en-US" dirty="0"/>
              <a:t>Example: Crossword puzzle</a:t>
            </a:r>
          </a:p>
          <a:p>
            <a:r>
              <a:rPr lang="en-US" dirty="0"/>
              <a:t>Dynamic → Environment changes</a:t>
            </a:r>
            <a:br>
              <a:rPr lang="en-US" dirty="0"/>
            </a:br>
            <a:r>
              <a:rPr lang="en-US" dirty="0"/>
              <a:t>Example: Self-driving car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Discrete vs Continuous</a:t>
            </a:r>
            <a:r>
              <a:rPr lang="en-US" dirty="0"/>
              <a:t>: Does the environment change during operation?</a:t>
            </a:r>
          </a:p>
          <a:p>
            <a:r>
              <a:rPr lang="en-US" dirty="0"/>
              <a:t>Discrete → Limited, countable actions</a:t>
            </a:r>
            <a:br>
              <a:rPr lang="en-US" dirty="0"/>
            </a:br>
            <a:r>
              <a:rPr lang="en-US" dirty="0"/>
              <a:t>Example: Chess moves</a:t>
            </a:r>
          </a:p>
          <a:p>
            <a:r>
              <a:rPr lang="en-US" dirty="0"/>
              <a:t>Continuous → Uncountable actions</a:t>
            </a:r>
            <a:br>
              <a:rPr lang="en-US" dirty="0"/>
            </a:br>
            <a:r>
              <a:rPr lang="en-US" dirty="0"/>
              <a:t>Example: Robot arm movement</a:t>
            </a:r>
          </a:p>
          <a:p>
            <a:endParaRPr lang="en-US" dirty="0"/>
          </a:p>
          <a:p>
            <a:r>
              <a:rPr lang="en-US" b="1" dirty="0"/>
              <a:t>	Single-agent vs. Multi-agent: </a:t>
            </a:r>
          </a:p>
          <a:p>
            <a:r>
              <a:rPr lang="en-US" dirty="0"/>
              <a:t>Single-agent → Only one decision-making entity</a:t>
            </a:r>
            <a:br>
              <a:rPr lang="en-US" dirty="0"/>
            </a:br>
            <a:r>
              <a:rPr lang="en-US" dirty="0"/>
              <a:t>Example: Sudoku solver</a:t>
            </a:r>
          </a:p>
          <a:p>
            <a:r>
              <a:rPr lang="en-US" dirty="0"/>
              <a:t>Multi-agent → Multiple agents</a:t>
            </a:r>
            <a:br>
              <a:rPr lang="en-US" dirty="0"/>
            </a:br>
            <a:r>
              <a:rPr lang="en-US" dirty="0"/>
              <a:t>Example: Online multiplayer games</a:t>
            </a:r>
          </a:p>
          <a:p>
            <a:endParaRPr lang="en-US" dirty="0"/>
          </a:p>
          <a:p>
            <a:r>
              <a:rPr lang="en-US" dirty="0"/>
              <a:t>Example  self driving car agent</a:t>
            </a:r>
          </a:p>
          <a:p>
            <a:r>
              <a:rPr lang="en-US" b="1" dirty="0"/>
              <a:t>Sensors</a:t>
            </a:r>
            <a:r>
              <a:rPr lang="en-US" dirty="0"/>
              <a:t> Cameras, lidar, GPS \</a:t>
            </a:r>
          </a:p>
          <a:p>
            <a:r>
              <a:rPr lang="en-US" b="1" dirty="0"/>
              <a:t>Actuators</a:t>
            </a:r>
            <a:r>
              <a:rPr lang="en-US" dirty="0"/>
              <a:t> Steering, brakes, acceleration </a:t>
            </a:r>
          </a:p>
          <a:p>
            <a:r>
              <a:rPr lang="en-US" b="1" dirty="0"/>
              <a:t>Environment</a:t>
            </a:r>
            <a:r>
              <a:rPr lang="en-US" dirty="0"/>
              <a:t> Roads, traffic, pedestrians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i="1" dirty="0"/>
              <a:t>Key Point</a:t>
            </a:r>
            <a:r>
              <a:rPr lang="en-US" dirty="0"/>
              <a:t>: The environment defines the challenges and strategies for an agent.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25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performance measure depends on the problem the agent is solving.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1. Accuracy</a:t>
            </a:r>
          </a:p>
          <a:p>
            <a:pPr>
              <a:buNone/>
            </a:pPr>
            <a:r>
              <a:rPr lang="en-US" i="1" dirty="0"/>
              <a:t>“How correctly the agent performs its tasks.”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Measures the </a:t>
            </a:r>
            <a:r>
              <a:rPr lang="en-US" b="1" dirty="0"/>
              <a:t>correctness</a:t>
            </a:r>
            <a:r>
              <a:rPr lang="en-US" dirty="0"/>
              <a:t> of outputs compared to expected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Critical for tasks like image recognition, language translation, and medical diagnosis.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An AI spam filter correctly classifying 98% of emails as spam or not-spam.</a:t>
            </a:r>
          </a:p>
          <a:p>
            <a:pPr>
              <a:buNone/>
            </a:pPr>
            <a:r>
              <a:rPr lang="en-US" b="1" dirty="0"/>
              <a:t>2. Efficiency</a:t>
            </a:r>
          </a:p>
          <a:p>
            <a:pPr>
              <a:buNone/>
            </a:pPr>
            <a:r>
              <a:rPr lang="en-US" i="1" dirty="0"/>
              <a:t>“How quickly and resourcefully the agent operates.”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Considers </a:t>
            </a:r>
            <a:r>
              <a:rPr lang="en-US" b="1" dirty="0"/>
              <a:t>speed</a:t>
            </a:r>
            <a:r>
              <a:rPr lang="en-US" dirty="0"/>
              <a:t>, </a:t>
            </a:r>
            <a:r>
              <a:rPr lang="en-US" b="1" dirty="0"/>
              <a:t>memory usage</a:t>
            </a:r>
            <a:r>
              <a:rPr lang="en-US" dirty="0"/>
              <a:t>, and </a:t>
            </a:r>
            <a:r>
              <a:rPr lang="en-US" b="1" dirty="0"/>
              <a:t>computational cost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Essential in real-time systems where time and resource constraints matter.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An AI assistant giving responses within milliseconds, even under heavy load.</a:t>
            </a:r>
          </a:p>
          <a:p>
            <a:pPr>
              <a:buNone/>
            </a:pPr>
            <a:r>
              <a:rPr lang="en-US" b="1" dirty="0"/>
              <a:t> 3. Flexibility</a:t>
            </a:r>
          </a:p>
          <a:p>
            <a:pPr>
              <a:buNone/>
            </a:pPr>
            <a:r>
              <a:rPr lang="en-US" i="1" dirty="0"/>
              <a:t>“How well the agent adapts to changes or new tasks.”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Ability to handle </a:t>
            </a:r>
            <a:r>
              <a:rPr lang="en-US" b="1" dirty="0"/>
              <a:t>dynamic environments</a:t>
            </a:r>
            <a:r>
              <a:rPr lang="en-US" dirty="0"/>
              <a:t>, new goals, or unfamiliar inputs.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Important for agents working in complex, real-world scenarios.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 chatbot that can switch from booking flights to ordering food with minimal retraining.</a:t>
            </a:r>
          </a:p>
          <a:p>
            <a:pPr>
              <a:buNone/>
            </a:pPr>
            <a:r>
              <a:rPr lang="en-US" b="1" dirty="0"/>
              <a:t>4. Robustness</a:t>
            </a:r>
          </a:p>
          <a:p>
            <a:pPr>
              <a:buNone/>
            </a:pPr>
            <a:r>
              <a:rPr lang="en-US" i="1" dirty="0"/>
              <a:t>“How reliably the agent performs under uncertainty or errors.”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Measures the agent's </a:t>
            </a:r>
            <a:r>
              <a:rPr lang="en-US" b="1" dirty="0"/>
              <a:t>resilience</a:t>
            </a:r>
            <a:r>
              <a:rPr lang="en-US" dirty="0"/>
              <a:t> to noise, incomplete data, or unexpected inputs.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Critical in safety-critical applications like autonomous vehicles or healthcare.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 self-driving car maintaining performance in bad weather or sensor failure.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12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Four Components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Sensors</a:t>
            </a:r>
            <a:r>
              <a:rPr lang="en-US" dirty="0"/>
              <a:t>: To perceive the environment.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Actuators</a:t>
            </a:r>
            <a:r>
              <a:rPr lang="en-US" dirty="0"/>
              <a:t>: To perform actions.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Agent Program</a:t>
            </a:r>
            <a:r>
              <a:rPr lang="en-US" dirty="0"/>
              <a:t>: The decision-making function.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Architecture</a:t>
            </a:r>
            <a:r>
              <a:rPr lang="en-US" dirty="0"/>
              <a:t>: Hardware platform running the agent program.</a:t>
            </a:r>
          </a:p>
          <a:p>
            <a:r>
              <a:rPr lang="en-US" i="1" dirty="0"/>
              <a:t>Key Point</a:t>
            </a:r>
            <a:r>
              <a:rPr lang="en-US" dirty="0"/>
              <a:t>: Agents use their structure to perceive, decide, and act.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35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sz="18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02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Key Components of Simple Reflex Agent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Sensors: 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ensors are the agent input, which gathers information about the environment, similar to our senses. Sensors can be simple bump sensors on robots to complex car cameras.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Condition-Action Rules: 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Simple reflex agents utilize condition-action rules to act in real-time according to their environment perception. This logic guides how the agent should react to specific conditions, which can be defined manually or learned through machine learning.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0"/>
              </a:rPr>
              <a:t>Actuators: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0"/>
              </a:rPr>
              <a:t> Actuators carry out actions determined by agents, translating their decisions into physical or digital operations impacting the environment.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37FD5-ACD6-4E90-AA62-BEB6C99981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97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Model-Based Reflex Agents:  They use a model of the world to choose their actions. They maintain an internal state. </a:t>
            </a:r>
          </a:p>
          <a:p>
            <a:r>
              <a:rPr lang="en-US" dirty="0"/>
              <a:t>Model: knowledge about “how the things happen in the world”. </a:t>
            </a:r>
          </a:p>
          <a:p>
            <a:r>
              <a:rPr lang="en-US" dirty="0"/>
              <a:t>Internal State: It is a representation of unobserved aspects of current state depending on percept history. </a:t>
            </a:r>
          </a:p>
          <a:p>
            <a:r>
              <a:rPr lang="en-US" dirty="0"/>
              <a:t>Updating state requires the information about</a:t>
            </a:r>
          </a:p>
          <a:p>
            <a:r>
              <a:rPr lang="en-US" dirty="0"/>
              <a:t>	  How the world evolves. </a:t>
            </a:r>
          </a:p>
          <a:p>
            <a:r>
              <a:rPr lang="en-US" dirty="0"/>
              <a:t>	 How the agent’s actions affect the world.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28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19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4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90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</a:t>
            </a:r>
            <a:r>
              <a:rPr lang="en-US" dirty="0"/>
              <a:t>: Agents that can improve their performance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Components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Learning Element</a:t>
            </a:r>
            <a:r>
              <a:rPr lang="en-US" dirty="0"/>
              <a:t>: Allows the agent to modify its behavior based on experiences.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Element</a:t>
            </a:r>
            <a:r>
              <a:rPr lang="en-US" dirty="0"/>
              <a:t>: Executes actions based on learned knowledge.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Critic</a:t>
            </a:r>
            <a:r>
              <a:rPr lang="en-US" dirty="0"/>
              <a:t>: Evaluates the agent’s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Problem Generator</a:t>
            </a:r>
            <a:r>
              <a:rPr lang="en-US" dirty="0"/>
              <a:t>: Suggests new actions to explore.</a:t>
            </a:r>
          </a:p>
          <a:p>
            <a:r>
              <a:rPr lang="en-US" i="1" dirty="0"/>
              <a:t>Key Point</a:t>
            </a:r>
            <a:r>
              <a:rPr lang="en-US" dirty="0"/>
              <a:t>: Learning agents adapt to their environment and improve over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34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Sum </a:t>
            </a:r>
            <a:r>
              <a:rPr lang="en-US" dirty="0"/>
              <a:t>Intelligent agents interact with environments to achieve goals.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Rationality guides agents in making the best possible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Task environments and agent programs define how agents operate.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agents </a:t>
            </a:r>
            <a:r>
              <a:rPr lang="en-US" b="1" dirty="0" err="1"/>
              <a:t>mary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evolve and improve their performance through experience.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02AF3-39AC-4770-8D8F-48755DCA1A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8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7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8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0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13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1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79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9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85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3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978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12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0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79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6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66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B0494-B04A-4784-AAA1-6D9CA766F2B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619BAC4-514A-47F7-B820-7811B677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3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eb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nvisible man in suit">
            <a:extLst>
              <a:ext uri="{FF2B5EF4-FFF2-40B4-BE49-F238E27FC236}">
                <a16:creationId xmlns:a16="http://schemas.microsoft.com/office/drawing/2014/main" id="{3DE272C6-35AC-D974-64DB-E79A23383F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13" r="22976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AE88C6-81C7-AB57-F4B6-3269C0C73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563" y="1678665"/>
            <a:ext cx="3887839" cy="2372168"/>
          </a:xfrm>
        </p:spPr>
        <p:txBody>
          <a:bodyPr>
            <a:normAutofit/>
          </a:bodyPr>
          <a:lstStyle/>
          <a:p>
            <a:r>
              <a:rPr lang="en-US" dirty="0"/>
              <a:t>Intelligent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93E14-52C0-5B16-C938-C5B422C57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0563" y="4050833"/>
            <a:ext cx="3893440" cy="109689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89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306EF-16AB-A04B-D55E-DCF09094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Contents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715670E0-7C9B-B278-B3F6-F26FCDE454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5941259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8862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31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37" name="Isosceles Triangle 1036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3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39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5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1" name="Isosceles Triangle 1040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2" name="Isosceles Triangle 1041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8" name="Isosceles Triangle 1047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2C4EC-FC55-8DE5-1D4B-BE46A2B2C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cap="all" baseline="0">
                <a:solidFill>
                  <a:schemeClr val="bg1"/>
                </a:solidFill>
              </a:rPr>
              <a:t>Agents and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F413E-5387-82E9-DE71-AA26123A6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3754" y="2160590"/>
            <a:ext cx="3973943" cy="344011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PEAS</a:t>
            </a:r>
          </a:p>
          <a:p>
            <a:r>
              <a:rPr lang="en-US" sz="3200" dirty="0">
                <a:solidFill>
                  <a:schemeClr val="bg1"/>
                </a:solidFill>
              </a:rPr>
              <a:t>Performance</a:t>
            </a:r>
          </a:p>
          <a:p>
            <a:r>
              <a:rPr lang="en-US" sz="3200" dirty="0">
                <a:solidFill>
                  <a:schemeClr val="bg1"/>
                </a:solidFill>
              </a:rPr>
              <a:t>Environment</a:t>
            </a:r>
          </a:p>
          <a:p>
            <a:r>
              <a:rPr lang="en-US" sz="3200" dirty="0">
                <a:solidFill>
                  <a:schemeClr val="bg1"/>
                </a:solidFill>
              </a:rPr>
              <a:t>Actuators</a:t>
            </a:r>
          </a:p>
          <a:p>
            <a:r>
              <a:rPr lang="en-US" sz="3200" dirty="0">
                <a:solidFill>
                  <a:schemeClr val="bg1"/>
                </a:solidFill>
              </a:rPr>
              <a:t>Sensors</a:t>
            </a:r>
          </a:p>
        </p:txBody>
      </p:sp>
      <p:pic>
        <p:nvPicPr>
          <p:cNvPr id="1027" name="Picture 3" descr="Agent Environment in AI - Javatpoint">
            <a:extLst>
              <a:ext uri="{FF2B5EF4-FFF2-40B4-BE49-F238E27FC236}">
                <a16:creationId xmlns:a16="http://schemas.microsoft.com/office/drawing/2014/main" id="{BFD4BC7F-7FD1-8B5F-3A31-A112CE40979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5922" y="1928322"/>
            <a:ext cx="6489558" cy="389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0" name="Isosceles Triangle 1049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86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eadership between rationality and intuition | peopleHum">
            <a:extLst>
              <a:ext uri="{FF2B5EF4-FFF2-40B4-BE49-F238E27FC236}">
                <a16:creationId xmlns:a16="http://schemas.microsoft.com/office/drawing/2014/main" id="{FB4EABF3-C2CB-3E4A-13F0-DEBF3C923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540" y="3360642"/>
            <a:ext cx="5680710" cy="3443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899D7B-B905-8EBD-2B59-16A2060F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Rationality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C3775-CE12-2B97-74F4-A25C7410A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8260926" cy="3880772"/>
          </a:xfrm>
        </p:spPr>
        <p:txBody>
          <a:bodyPr/>
          <a:lstStyle/>
          <a:p>
            <a:r>
              <a:rPr lang="en-US" dirty="0"/>
              <a:t>The quality of being based on or in accordance with reason or logic”</a:t>
            </a:r>
          </a:p>
          <a:p>
            <a:r>
              <a:rPr lang="en-US" dirty="0"/>
              <a:t>The ability of an agent to make the best possible decision based on the information it has, in order to achieve its goals.</a:t>
            </a:r>
          </a:p>
          <a:p>
            <a:r>
              <a:rPr lang="en-US" dirty="0"/>
              <a:t>Does the “right thing”</a:t>
            </a:r>
          </a:p>
          <a:p>
            <a:r>
              <a:rPr lang="en-US" dirty="0"/>
              <a:t>Maximizes the expected performance or utility according to information it has</a:t>
            </a:r>
          </a:p>
        </p:txBody>
      </p:sp>
    </p:spTree>
    <p:extLst>
      <p:ext uri="{BB962C8B-B14F-4D97-AF65-F5344CB8AC3E}">
        <p14:creationId xmlns:p14="http://schemas.microsoft.com/office/powerpoint/2010/main" val="235260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ADA2-5DE2-3136-F4B9-5C1AB199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Rationality and Rational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EC8-2E3D-CC3D-B752-DFA8741E7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Rationality</a:t>
            </a:r>
          </a:p>
          <a:p>
            <a:pPr>
              <a:buAutoNum type="arabicPeriod"/>
            </a:pPr>
            <a:r>
              <a:rPr lang="en-US" dirty="0"/>
              <a:t>Depends on performance measures</a:t>
            </a:r>
          </a:p>
          <a:p>
            <a:pPr>
              <a:buAutoNum type="arabicPeriod"/>
            </a:pPr>
            <a:r>
              <a:rPr lang="en-US" dirty="0"/>
              <a:t>Depends on percept sequence</a:t>
            </a:r>
          </a:p>
          <a:p>
            <a:pPr>
              <a:buAutoNum type="arabicPeriod"/>
            </a:pPr>
            <a:r>
              <a:rPr lang="en-US" dirty="0"/>
              <a:t>Based knowledge</a:t>
            </a:r>
          </a:p>
          <a:p>
            <a:pPr>
              <a:buAutoNum type="arabicPeriod"/>
            </a:pPr>
            <a:r>
              <a:rPr lang="en-US" dirty="0"/>
              <a:t>Deals with uncertainty</a:t>
            </a:r>
          </a:p>
          <a:p>
            <a:pPr>
              <a:buAutoNum type="arabicPeriod"/>
            </a:pPr>
            <a:r>
              <a:rPr lang="en-US" dirty="0"/>
              <a:t>Not same as perfect</a:t>
            </a:r>
          </a:p>
          <a:p>
            <a:pPr marL="0" indent="0">
              <a:buNone/>
            </a:pPr>
            <a:r>
              <a:rPr lang="en-US" b="1" dirty="0"/>
              <a:t>A rational agent:</a:t>
            </a:r>
          </a:p>
          <a:p>
            <a:r>
              <a:rPr lang="en-US" dirty="0"/>
              <a:t>Selects actions to </a:t>
            </a:r>
            <a:r>
              <a:rPr lang="en-US" b="1" dirty="0"/>
              <a:t>achieve goals</a:t>
            </a:r>
            <a:r>
              <a:rPr lang="en-US" dirty="0"/>
              <a:t>.</a:t>
            </a:r>
          </a:p>
          <a:p>
            <a:r>
              <a:rPr lang="en-US" dirty="0"/>
              <a:t>Acts optimally under </a:t>
            </a:r>
            <a:r>
              <a:rPr lang="en-US" b="1" dirty="0"/>
              <a:t>uncertainty</a:t>
            </a:r>
            <a:r>
              <a:rPr lang="en-US" dirty="0"/>
              <a:t>.</a:t>
            </a:r>
          </a:p>
          <a:p>
            <a:r>
              <a:rPr lang="en-US" dirty="0"/>
              <a:t>Uses </a:t>
            </a:r>
            <a:r>
              <a:rPr lang="en-US" b="1" dirty="0"/>
              <a:t>performance measures</a:t>
            </a:r>
            <a:r>
              <a:rPr lang="en-US" dirty="0"/>
              <a:t> to evaluate success.</a:t>
            </a:r>
          </a:p>
          <a:p>
            <a:r>
              <a:rPr lang="en-US" dirty="0"/>
              <a:t>Learns and improves over time (if it's a </a:t>
            </a:r>
            <a:r>
              <a:rPr lang="en-US" b="1" dirty="0"/>
              <a:t>learning agent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48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F357-E0EC-252C-5E1A-9ECCF032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Environment and Its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FD06F-1D73-77E7-A79C-A2E45805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9746826" cy="4927600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environment</a:t>
            </a:r>
            <a:r>
              <a:rPr lang="en-US" dirty="0"/>
              <a:t> is everything the agent interacts with or it is The situation or problem an agent is designed to address.</a:t>
            </a:r>
          </a:p>
          <a:p>
            <a:r>
              <a:rPr lang="en-US" dirty="0"/>
              <a:t>The environment is the external world in which the agent operates and from which it receives inputs and generates outputs.</a:t>
            </a:r>
          </a:p>
          <a:p>
            <a:pPr marL="0" indent="0">
              <a:buNone/>
            </a:pPr>
            <a:r>
              <a:rPr lang="en-US" b="1" dirty="0"/>
              <a:t>Properties</a:t>
            </a:r>
          </a:p>
          <a:p>
            <a:r>
              <a:rPr lang="en-US" b="1" dirty="0"/>
              <a:t>Fully vs Partially Observable: </a:t>
            </a:r>
            <a:r>
              <a:rPr lang="en-US" dirty="0"/>
              <a:t>Can the agent access all relevant information?</a:t>
            </a:r>
          </a:p>
          <a:p>
            <a:r>
              <a:rPr lang="en-US" b="1" dirty="0"/>
              <a:t>Deterministic vs Stochastic </a:t>
            </a:r>
            <a:r>
              <a:rPr lang="en-US" dirty="0"/>
              <a:t>: Are outcomes predictable?</a:t>
            </a:r>
          </a:p>
          <a:p>
            <a:r>
              <a:rPr lang="en-US" b="1" dirty="0"/>
              <a:t>Episodic vs Sequential </a:t>
            </a:r>
            <a:r>
              <a:rPr lang="en-US" dirty="0"/>
              <a:t>: Is each step independent or dependent on previous ones?</a:t>
            </a:r>
          </a:p>
          <a:p>
            <a:r>
              <a:rPr lang="en-US" b="1" dirty="0"/>
              <a:t>Static vs Dynamic</a:t>
            </a:r>
            <a:r>
              <a:rPr lang="en-US" dirty="0"/>
              <a:t>: Does the environment change during operation?</a:t>
            </a:r>
          </a:p>
          <a:p>
            <a:r>
              <a:rPr lang="en-US" b="1" dirty="0"/>
              <a:t>Discrete vs Continuous: </a:t>
            </a:r>
            <a:r>
              <a:rPr lang="en-US" dirty="0"/>
              <a:t>are there fixed action or unlimited actions?</a:t>
            </a:r>
          </a:p>
          <a:p>
            <a:r>
              <a:rPr lang="en-US" b="1" dirty="0"/>
              <a:t>Single agent vs multi agents </a:t>
            </a:r>
            <a:r>
              <a:rPr lang="en-US" dirty="0"/>
              <a:t>: how many agent are there to make decisions ?</a:t>
            </a:r>
          </a:p>
          <a:p>
            <a:r>
              <a:rPr lang="en-US" b="1" dirty="0"/>
              <a:t>Known vs Unknown</a:t>
            </a:r>
            <a:r>
              <a:rPr lang="en-US" dirty="0"/>
              <a:t>: not referring environment but, agent’s state of knowledge</a:t>
            </a:r>
          </a:p>
        </p:txBody>
      </p:sp>
    </p:spTree>
    <p:extLst>
      <p:ext uri="{BB962C8B-B14F-4D97-AF65-F5344CB8AC3E}">
        <p14:creationId xmlns:p14="http://schemas.microsoft.com/office/powerpoint/2010/main" val="14091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BB59-3452-871D-E040-38313D8A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EF4DF-FC61-8C5F-F120-F724A4AEA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Agents are judged by using Performance measures. </a:t>
            </a:r>
          </a:p>
          <a:p>
            <a:pPr lvl="1"/>
            <a:r>
              <a:rPr lang="en-US" sz="1800" dirty="0"/>
              <a:t>Accuracy i.e. </a:t>
            </a:r>
            <a:r>
              <a:rPr lang="en-US" sz="1800" i="1" dirty="0"/>
              <a:t>How correctly the agent performs its tasks</a:t>
            </a:r>
          </a:p>
          <a:p>
            <a:pPr lvl="1"/>
            <a:r>
              <a:rPr lang="en-US" sz="1800" dirty="0"/>
              <a:t>Efficiency i.e. </a:t>
            </a:r>
            <a:r>
              <a:rPr lang="en-US" sz="1800" i="1" dirty="0"/>
              <a:t>How quickly and resourcefully the agent operates.</a:t>
            </a:r>
          </a:p>
          <a:p>
            <a:pPr lvl="1"/>
            <a:r>
              <a:rPr lang="en-US" sz="1800" dirty="0"/>
              <a:t>Flexibility i.e.  </a:t>
            </a:r>
            <a:r>
              <a:rPr lang="en-US" sz="1800" i="1" dirty="0"/>
              <a:t>adapts to changes or new tasks.</a:t>
            </a:r>
          </a:p>
          <a:p>
            <a:pPr lvl="1"/>
            <a:r>
              <a:rPr lang="en-US" sz="1800" dirty="0"/>
              <a:t>Robustness  i.e.  </a:t>
            </a:r>
            <a:r>
              <a:rPr lang="en-US" sz="1800" i="1" dirty="0"/>
              <a:t>performs under uncertainty or errors</a:t>
            </a:r>
          </a:p>
          <a:p>
            <a:pPr lvl="1"/>
            <a:r>
              <a:rPr lang="en-US" sz="1800" i="1" dirty="0"/>
              <a:t>Safe, fast, legal, maximize profit</a:t>
            </a:r>
          </a:p>
          <a:p>
            <a:pPr marL="0" indent="0">
              <a:buNone/>
            </a:pPr>
            <a:r>
              <a:rPr lang="en-US" sz="2000" b="1" u="sng" dirty="0"/>
              <a:t>Example</a:t>
            </a:r>
          </a:p>
          <a:p>
            <a:pPr lvl="1"/>
            <a:r>
              <a:rPr lang="en-US" sz="1800" dirty="0"/>
              <a:t>For a game agent  it must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/>
              <a:t>win the game</a:t>
            </a:r>
          </a:p>
          <a:p>
            <a:pPr lvl="1"/>
            <a:r>
              <a:rPr lang="en-US" sz="1800" dirty="0"/>
              <a:t>For a route planner it must tell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shortest path</a:t>
            </a:r>
          </a:p>
          <a:p>
            <a:pPr lvl="1"/>
            <a:r>
              <a:rPr lang="en-US" sz="1800" dirty="0"/>
              <a:t>For a chatbot it must </a:t>
            </a:r>
            <a:r>
              <a:rPr lang="en-US" sz="1800" dirty="0">
                <a:sym typeface="Wingdings" panose="05000000000000000000" pitchFamily="2" charset="2"/>
              </a:rPr>
              <a:t> give </a:t>
            </a:r>
            <a:r>
              <a:rPr lang="en-US" sz="1800" dirty="0"/>
              <a:t>helpful and correct responses</a:t>
            </a:r>
          </a:p>
          <a:p>
            <a:pPr lvl="1"/>
            <a:r>
              <a:rPr lang="en-US" sz="1800" dirty="0"/>
              <a:t>For a cleaning robot it must 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area cleaned + battery usage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7113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3653D-8042-3A4D-3451-C3CF6E33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4A529-CF73-62C0-F29B-554DA811B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015306" cy="3880773"/>
          </a:xfrm>
        </p:spPr>
        <p:txBody>
          <a:bodyPr/>
          <a:lstStyle/>
          <a:p>
            <a:r>
              <a:rPr lang="en-US" dirty="0"/>
              <a:t>An AI Agent is any entity that perceives its environment, processes information, and takes actions to achieve specific goals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EBD19-4AF2-38FD-3808-9F34503806A6}"/>
              </a:ext>
            </a:extLst>
          </p:cNvPr>
          <p:cNvSpPr txBox="1"/>
          <p:nvPr/>
        </p:nvSpPr>
        <p:spPr>
          <a:xfrm>
            <a:off x="5768040" y="1530290"/>
            <a:ext cx="5788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Footlight MT Light" panose="0204060206030A020304" pitchFamily="18" charset="0"/>
              </a:rPr>
              <a:t>AI Agent = Perception + Decision-Making + Action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B9A18-E6E0-DB52-053E-0FF450BF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990" y="2977229"/>
            <a:ext cx="7059010" cy="388077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AFB5C37-E6FA-3711-B78F-6F92962291B4}"/>
              </a:ext>
            </a:extLst>
          </p:cNvPr>
          <p:cNvSpPr txBox="1">
            <a:spLocks/>
          </p:cNvSpPr>
          <p:nvPr/>
        </p:nvSpPr>
        <p:spPr>
          <a:xfrm>
            <a:off x="677334" y="3045809"/>
            <a:ext cx="4455656" cy="4552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 :</a:t>
            </a:r>
          </a:p>
          <a:p>
            <a:pPr lvl="1"/>
            <a:r>
              <a:rPr lang="en-US" dirty="0"/>
              <a:t>Receives inputs from the environment through sensors,</a:t>
            </a:r>
          </a:p>
          <a:p>
            <a:pPr lvl="1"/>
            <a:r>
              <a:rPr lang="en-US" dirty="0"/>
              <a:t>Takes actions using actuators,</a:t>
            </a:r>
          </a:p>
          <a:p>
            <a:pPr lvl="1"/>
            <a:r>
              <a:rPr lang="en-US" dirty="0"/>
              <a:t>And aims to maximize performance according to a given performance measure.</a:t>
            </a:r>
          </a:p>
        </p:txBody>
      </p:sp>
    </p:spTree>
    <p:extLst>
      <p:ext uri="{BB962C8B-B14F-4D97-AF65-F5344CB8AC3E}">
        <p14:creationId xmlns:p14="http://schemas.microsoft.com/office/powerpoint/2010/main" val="104102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3204-A88E-0BD5-F9D1-FF1A551BB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069DE-B206-BDD1-99CD-690EF9947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Components</a:t>
            </a:r>
          </a:p>
          <a:p>
            <a:pPr lvl="1"/>
            <a:r>
              <a:rPr lang="en-US" b="1" dirty="0"/>
              <a:t>Sensors: </a:t>
            </a:r>
          </a:p>
          <a:p>
            <a:pPr lvl="1"/>
            <a:r>
              <a:rPr lang="en-US" b="1" dirty="0"/>
              <a:t>Actuators</a:t>
            </a:r>
          </a:p>
          <a:p>
            <a:pPr lvl="1"/>
            <a:r>
              <a:rPr lang="en-US" b="1" dirty="0"/>
              <a:t>Agent Program:</a:t>
            </a:r>
          </a:p>
          <a:p>
            <a:pPr lvl="1"/>
            <a:r>
              <a:rPr lang="en-US" b="1" dirty="0"/>
              <a:t>Architecture</a:t>
            </a:r>
          </a:p>
          <a:p>
            <a:pPr marL="457200" lvl="1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Agent Program:</a:t>
            </a:r>
          </a:p>
          <a:p>
            <a:r>
              <a:rPr lang="en-US" dirty="0"/>
              <a:t>A set of instructions or algorithms defining agent behavior.</a:t>
            </a:r>
          </a:p>
          <a:p>
            <a:pPr marL="0" indent="0">
              <a:buNone/>
            </a:pPr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r>
              <a:rPr lang="en-US" dirty="0"/>
              <a:t>Takes percepts from the environment as input and returns actions.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9187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10DA-6931-DA40-5116-2CDE344A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046A-1CAF-2CDC-610D-22BCAE0F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An autonomous entity that observes and acts upon an environment and directs its activity toward achieving goals</a:t>
            </a:r>
          </a:p>
          <a:p>
            <a:r>
              <a:rPr lang="en-US" b="1" dirty="0"/>
              <a:t>Simple Reflex Agents : </a:t>
            </a:r>
            <a:r>
              <a:rPr lang="en-US" i="1" dirty="0"/>
              <a:t>Act only based on current percept.</a:t>
            </a:r>
            <a:endParaRPr lang="en-US" b="1" dirty="0"/>
          </a:p>
          <a:p>
            <a:r>
              <a:rPr lang="en-US" b="1" dirty="0"/>
              <a:t>Model-Based Reflex Agents</a:t>
            </a:r>
            <a:r>
              <a:rPr lang="en-US" dirty="0"/>
              <a:t>: </a:t>
            </a:r>
            <a:r>
              <a:rPr lang="en-US" i="1" dirty="0"/>
              <a:t>“Has internal memory of the world.”</a:t>
            </a:r>
            <a:endParaRPr lang="en-US" dirty="0"/>
          </a:p>
          <a:p>
            <a:r>
              <a:rPr lang="en-US" b="1" dirty="0"/>
              <a:t>Goal-Based Agents:  </a:t>
            </a:r>
            <a:r>
              <a:rPr lang="en-US" i="1" dirty="0"/>
              <a:t>“Thinks ahead to achieve goals.”</a:t>
            </a:r>
            <a:endParaRPr lang="en-US" b="1" dirty="0"/>
          </a:p>
          <a:p>
            <a:r>
              <a:rPr lang="en-US" b="1" dirty="0"/>
              <a:t>Utility-Based Agents : </a:t>
            </a:r>
            <a:r>
              <a:rPr lang="en-US" i="1" dirty="0"/>
              <a:t>“Maximizes happiness (utility).”</a:t>
            </a:r>
            <a:endParaRPr lang="en-US" b="1" dirty="0"/>
          </a:p>
          <a:p>
            <a:r>
              <a:rPr lang="en-US" b="1" dirty="0"/>
              <a:t>Learning Agents : </a:t>
            </a:r>
            <a:r>
              <a:rPr lang="en-US" i="1" dirty="0"/>
              <a:t>“Learns and improves over time.”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31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D4A4-07F6-F362-5352-8E013BE6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Reflex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ECAB4-6F5B-B6AC-496F-C477B8705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25980"/>
            <a:ext cx="4298334" cy="3886200"/>
          </a:xfrm>
        </p:spPr>
        <p:txBody>
          <a:bodyPr>
            <a:normAutofit/>
          </a:bodyPr>
          <a:lstStyle/>
          <a:p>
            <a:r>
              <a:rPr lang="en-US" dirty="0"/>
              <a:t>“Act only based on current percept.”</a:t>
            </a:r>
          </a:p>
          <a:p>
            <a:r>
              <a:rPr lang="en-US" dirty="0"/>
              <a:t>How it works:</a:t>
            </a:r>
            <a:br>
              <a:rPr lang="en-US" dirty="0"/>
            </a:br>
            <a:r>
              <a:rPr lang="en-US" dirty="0"/>
              <a:t>Uses condition-action rules (if-then statements).</a:t>
            </a:r>
          </a:p>
          <a:p>
            <a:r>
              <a:rPr lang="en-US" dirty="0"/>
              <a:t>No memory: Doesn't consider history or future.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 thermostat that turns on the heater when the temperature drops.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3DFAF9-6883-DFC7-9E11-3ECF9711F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607" y="1930399"/>
            <a:ext cx="6237573" cy="402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4E07A6F7-3DE3-FA1E-E0E9-1AA361A3A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1644883"/>
            <a:ext cx="7336007" cy="46150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3BE26B-33B2-358E-E547-79FD4D07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Based Reflex Agent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68EF4-7C01-9C31-81DD-35F1409D8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986106" cy="3880773"/>
          </a:xfrm>
        </p:spPr>
        <p:txBody>
          <a:bodyPr/>
          <a:lstStyle/>
          <a:p>
            <a:r>
              <a:rPr lang="en-US" dirty="0"/>
              <a:t>Has internal memory of the world.</a:t>
            </a:r>
          </a:p>
          <a:p>
            <a:r>
              <a:rPr lang="en-US" dirty="0"/>
              <a:t>How it works:</a:t>
            </a:r>
            <a:br>
              <a:rPr lang="en-US" dirty="0"/>
            </a:br>
            <a:r>
              <a:rPr lang="en-US" dirty="0"/>
              <a:t>Maintains an internal state based on percept history and a model of how the world evolves.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 robot that remembers which rooms it has cleaned and plans accordingly.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993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796EDCAC-E27F-8717-8C6D-A867F59CB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1583107"/>
            <a:ext cx="7360920" cy="49871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0BBFD2-1482-B2C0-E663-4EE57FF5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Goal-Based Agents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15ECC-0A7F-7B73-461A-A822A0D42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306146" cy="3880773"/>
          </a:xfrm>
        </p:spPr>
        <p:txBody>
          <a:bodyPr/>
          <a:lstStyle/>
          <a:p>
            <a:r>
              <a:rPr lang="en-US" dirty="0"/>
              <a:t>“Thinks ahead to achieve goals.”</a:t>
            </a:r>
          </a:p>
          <a:p>
            <a:r>
              <a:rPr lang="en-US" dirty="0"/>
              <a:t>How it works:</a:t>
            </a:r>
            <a:br>
              <a:rPr lang="en-US" dirty="0"/>
            </a:br>
            <a:r>
              <a:rPr lang="en-US" dirty="0"/>
              <a:t>Chooses actions by considering future consequences and how they help achieve a defined goal.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 GPS navigation system selecting the best route to a destination.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735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17CC-EA0A-8462-ECC0-A2FA68B1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Utility-Based Agents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7473FCAA-DDF9-B8F1-7067-E971BC739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691" y="1337629"/>
            <a:ext cx="6386735" cy="491077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B2389-BE2E-DBA7-E06D-56413307A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077546" cy="3880773"/>
          </a:xfrm>
        </p:spPr>
        <p:txBody>
          <a:bodyPr/>
          <a:lstStyle/>
          <a:p>
            <a:r>
              <a:rPr lang="en-US" dirty="0"/>
              <a:t>“Maximizes happiness (utility).”</a:t>
            </a:r>
          </a:p>
          <a:p>
            <a:r>
              <a:rPr lang="en-US" dirty="0"/>
              <a:t>How it works:</a:t>
            </a:r>
            <a:br>
              <a:rPr lang="en-US" dirty="0"/>
            </a:br>
            <a:r>
              <a:rPr lang="en-US" dirty="0"/>
              <a:t>Chooses among multiple goals based on a utility function (measure of satisfaction).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 self-driving car that considers both safety and speed to choose the best route.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953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7DAC-A0C6-FACD-214A-3DB8F674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Agents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5F46E5E2-8B5D-EE99-C8F4-E5DDECAC1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754" y="1270000"/>
            <a:ext cx="7274912" cy="545618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DFE1C-87B4-1F35-A0CC-F5C2D97EB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031826" cy="3880773"/>
          </a:xfrm>
        </p:spPr>
        <p:txBody>
          <a:bodyPr/>
          <a:lstStyle/>
          <a:p>
            <a:r>
              <a:rPr lang="en-US" dirty="0"/>
              <a:t>“Learns and improves over time.”</a:t>
            </a:r>
          </a:p>
          <a:p>
            <a:r>
              <a:rPr lang="en-US" dirty="0"/>
              <a:t>How it works:</a:t>
            </a:r>
            <a:br>
              <a:rPr lang="en-US" dirty="0"/>
            </a:br>
            <a:r>
              <a:rPr lang="en-US" dirty="0"/>
              <a:t>Has components for learning and improving performance from experience.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 chess-playing AI that gets better after each match by analyzing its mistakes.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44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322D0-BE2E-6421-E63D-6EFE5366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79C8-B9C5-60FE-B804-B2BA7BFC5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Agents that can improve their performance over time.</a:t>
            </a:r>
          </a:p>
          <a:p>
            <a:r>
              <a:rPr lang="en-US" dirty="0"/>
              <a:t>Components</a:t>
            </a:r>
          </a:p>
          <a:p>
            <a:pPr lvl="1"/>
            <a:r>
              <a:rPr lang="en-US" b="1" dirty="0"/>
              <a:t>Learning Element</a:t>
            </a:r>
            <a:r>
              <a:rPr lang="en-US" dirty="0"/>
              <a:t>: Allows the agent to modify its behavior based on experiences.</a:t>
            </a:r>
          </a:p>
          <a:p>
            <a:pPr lvl="1"/>
            <a:r>
              <a:rPr lang="en-US" b="1" dirty="0"/>
              <a:t>Performance Element</a:t>
            </a:r>
            <a:r>
              <a:rPr lang="en-US" dirty="0"/>
              <a:t>: Executes actions based on learned knowledge.</a:t>
            </a:r>
          </a:p>
          <a:p>
            <a:pPr lvl="1"/>
            <a:r>
              <a:rPr lang="en-US" b="1" dirty="0"/>
              <a:t>Critic</a:t>
            </a:r>
            <a:r>
              <a:rPr lang="en-US" dirty="0"/>
              <a:t>: Evaluates the agent’s performance.</a:t>
            </a:r>
          </a:p>
          <a:p>
            <a:pPr lvl="1"/>
            <a:r>
              <a:rPr lang="en-US" b="1" dirty="0"/>
              <a:t>Problem </a:t>
            </a:r>
            <a:r>
              <a:rPr lang="en-US" b="1"/>
              <a:t>Generator</a:t>
            </a:r>
            <a:r>
              <a:rPr lang="en-US"/>
              <a:t>: Suggests new actions to explore.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085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4530E-A3EE-EAC0-7454-1E233A08F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2A39-7329-84BC-07CE-1593A2433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Intelligent agents interact with environments to achieve goals.</a:t>
            </a:r>
          </a:p>
          <a:p>
            <a:r>
              <a:rPr lang="en-US" dirty="0"/>
              <a:t>Rationality guides agents in making the best possible decisions</a:t>
            </a:r>
          </a:p>
          <a:p>
            <a:r>
              <a:rPr lang="en-US" dirty="0"/>
              <a:t>Task environments and agent programs define how agents operate.</a:t>
            </a:r>
          </a:p>
          <a:p>
            <a:r>
              <a:rPr lang="en-US" dirty="0"/>
              <a:t>Learning agents can evolve and improve their performance through experience.</a:t>
            </a:r>
          </a:p>
        </p:txBody>
      </p:sp>
    </p:spTree>
    <p:extLst>
      <p:ext uri="{BB962C8B-B14F-4D97-AF65-F5344CB8AC3E}">
        <p14:creationId xmlns:p14="http://schemas.microsoft.com/office/powerpoint/2010/main" val="1716057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5859-57ED-2B96-0993-DAE82A01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B2009-09FF-31A8-6AF5-6312A9DB2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Define rational Agent. Explain learning agent with block diagram.</a:t>
            </a:r>
          </a:p>
          <a:p>
            <a:pPr lvl="0"/>
            <a:r>
              <a:rPr lang="en-US" dirty="0"/>
              <a:t>How can an agent be qualified as intelligent? Discuss various types of intelligent agents.</a:t>
            </a:r>
          </a:p>
          <a:p>
            <a:pPr lvl="0"/>
            <a:r>
              <a:rPr lang="en-US" dirty="0"/>
              <a:t>Explain the rational thinking as an aspect of Artificial intelligence.</a:t>
            </a:r>
          </a:p>
          <a:p>
            <a:pPr lvl="0"/>
            <a:r>
              <a:rPr lang="en-US" dirty="0"/>
              <a:t>Discuss task environment of autonomous car.</a:t>
            </a:r>
          </a:p>
          <a:p>
            <a:pPr lvl="0"/>
            <a:r>
              <a:rPr lang="en-US" dirty="0"/>
              <a:t>Is text to speech applications such as Siri, Alexa, Cortana considered as intelligent agents? </a:t>
            </a:r>
          </a:p>
          <a:p>
            <a:pPr lvl="0"/>
            <a:r>
              <a:rPr lang="en-US" dirty="0"/>
              <a:t>Differentiate goal based and utility-based agents with examples.</a:t>
            </a:r>
          </a:p>
          <a:p>
            <a:pPr lvl="0"/>
            <a:r>
              <a:rPr lang="en-US" dirty="0"/>
              <a:t>Define artificial agent. Explain PEAS for a part picking and a vacuum cleaner.</a:t>
            </a:r>
          </a:p>
          <a:p>
            <a:pPr lvl="0"/>
            <a:r>
              <a:rPr lang="en-US" dirty="0"/>
              <a:t>Explain the terms- agent, percept, percept sequence, agent function and agent program with example of vacuum-cleaner agent.</a:t>
            </a:r>
          </a:p>
        </p:txBody>
      </p:sp>
    </p:spTree>
    <p:extLst>
      <p:ext uri="{BB962C8B-B14F-4D97-AF65-F5344CB8AC3E}">
        <p14:creationId xmlns:p14="http://schemas.microsoft.com/office/powerpoint/2010/main" val="4479267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248</TotalTime>
  <Words>2070</Words>
  <Application>Microsoft Office PowerPoint</Application>
  <PresentationFormat>Widescreen</PresentationFormat>
  <Paragraphs>255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Footlight MT Light</vt:lpstr>
      <vt:lpstr>Nunito</vt:lpstr>
      <vt:lpstr>Trebuchet MS</vt:lpstr>
      <vt:lpstr>Wingdings</vt:lpstr>
      <vt:lpstr>Wingdings 3</vt:lpstr>
      <vt:lpstr>Facet</vt:lpstr>
      <vt:lpstr>Intelligent Agents</vt:lpstr>
      <vt:lpstr>Contents</vt:lpstr>
      <vt:lpstr>Agents and Environment</vt:lpstr>
      <vt:lpstr>Concept of Rationality</vt:lpstr>
      <vt:lpstr>Rationality and Rational Agent</vt:lpstr>
      <vt:lpstr>Task Environment and Its Properties</vt:lpstr>
      <vt:lpstr>Performance Measures</vt:lpstr>
      <vt:lpstr>AI Agent</vt:lpstr>
      <vt:lpstr>Structure of Agents</vt:lpstr>
      <vt:lpstr>Types of Agents</vt:lpstr>
      <vt:lpstr>Simple Reflex Agent</vt:lpstr>
      <vt:lpstr>Model Based Reflex Agent</vt:lpstr>
      <vt:lpstr>Goal-Based Agents</vt:lpstr>
      <vt:lpstr>Utility-Based Agents</vt:lpstr>
      <vt:lpstr>Learning Agents</vt:lpstr>
      <vt:lpstr>Learning Agents</vt:lpstr>
      <vt:lpstr>Summary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Dev Pant</dc:creator>
  <cp:lastModifiedBy>Kapil Dev Pant</cp:lastModifiedBy>
  <cp:revision>114</cp:revision>
  <dcterms:created xsi:type="dcterms:W3CDTF">2024-09-27T01:36:43Z</dcterms:created>
  <dcterms:modified xsi:type="dcterms:W3CDTF">2025-11-18T11:11:18Z</dcterms:modified>
</cp:coreProperties>
</file>